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539" r:id="rId2"/>
    <p:sldId id="541" r:id="rId3"/>
  </p:sldIdLst>
  <p:sldSz cx="12193588" cy="6858000"/>
  <p:notesSz cx="6858000" cy="9144000"/>
  <p:defaultTextStyle>
    <a:defPPr>
      <a:defRPr lang="en-US"/>
    </a:defPPr>
    <a:lvl1pPr marL="0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31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61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92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522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153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783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414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7044" algn="l" defTabSz="60963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72" userDrawn="1">
          <p15:clr>
            <a:srgbClr val="A4A3A4"/>
          </p15:clr>
        </p15:guide>
        <p15:guide id="2" orient="horz" pos="250" userDrawn="1">
          <p15:clr>
            <a:srgbClr val="A4A3A4"/>
          </p15:clr>
        </p15:guide>
        <p15:guide id="3" pos="7152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5" pos="529" userDrawn="1">
          <p15:clr>
            <a:srgbClr val="A4A3A4"/>
          </p15:clr>
        </p15:guide>
        <p15:guide id="6" orient="horz" pos="323" userDrawn="1">
          <p15:clr>
            <a:srgbClr val="A4A3A4"/>
          </p15:clr>
        </p15:guide>
        <p15:guide id="7" orient="horz" pos="709" userDrawn="1">
          <p15:clr>
            <a:srgbClr val="A4A3A4"/>
          </p15:clr>
        </p15:guide>
        <p15:guide id="8" orient="horz" pos="913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2F3A49"/>
    <a:srgbClr val="4A5B74"/>
    <a:srgbClr val="1D8EEA"/>
    <a:srgbClr val="3A3B39"/>
    <a:srgbClr val="191F29"/>
    <a:srgbClr val="252E3C"/>
    <a:srgbClr val="2E3949"/>
    <a:srgbClr val="E63B3E"/>
    <a:srgbClr val="FACE59"/>
    <a:srgbClr val="1B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150" y="144"/>
      </p:cViewPr>
      <p:guideLst>
        <p:guide orient="horz" pos="4072"/>
        <p:guide orient="horz" pos="250"/>
        <p:guide pos="7152"/>
        <p:guide pos="7673"/>
        <p:guide pos="529"/>
        <p:guide orient="horz" pos="323"/>
        <p:guide orient="horz" pos="709"/>
        <p:guide orient="horz" pos="91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5" d="100"/>
        <a:sy n="35" d="100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3082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407128-DDAF-174D-AC9A-DC86CD5042AC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46550-E5E4-D34A-93E8-596215AA641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039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8F910-0FFC-2042-8417-D511A8591713}" type="datetimeFigureOut">
              <a:rPr lang="en-US" smtClean="0"/>
              <a:t>10/18/2018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04753-555F-844E-94E6-C0459ACEDBCC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965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31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61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92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522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153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783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414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044" algn="l" defTabSz="609631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304753-555F-844E-94E6-C0459ACEDB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06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blog.lukas-emele.de/wp-content/uploads/2009/02/offenes_buch.png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1"/>
          <p:cNvSpPr>
            <a:spLocks noGrp="1" noChangeAspect="1"/>
          </p:cNvSpPr>
          <p:nvPr>
            <p:ph type="pic" sz="quarter" idx="10"/>
          </p:nvPr>
        </p:nvSpPr>
        <p:spPr>
          <a:xfrm>
            <a:off x="0" y="0"/>
            <a:ext cx="12193588" cy="6985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6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defPPr>
              <a:defRPr lang="en-US"/>
            </a:defPPr>
            <a:lvl1pPr marL="0" algn="ctr" defTabSz="609631" rtl="0" eaLnBrk="1" latinLnBrk="0" hangingPunct="1">
              <a:defRPr sz="1000" kern="1200">
                <a:solidFill>
                  <a:schemeClr val="bg1"/>
                </a:solidFill>
                <a:latin typeface="Roboto Regular"/>
                <a:ea typeface="+mn-ea"/>
                <a:cs typeface="Roboto Regular"/>
              </a:defRPr>
            </a:lvl1pPr>
            <a:lvl2pPr marL="609631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61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92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522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153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414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044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0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5" name="Slide Number Placeholder 5"/>
          <p:cNvSpPr txBox="1">
            <a:spLocks/>
          </p:cNvSpPr>
          <p:nvPr userDrawn="1"/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defPPr>
              <a:defRPr lang="en-US"/>
            </a:defPPr>
            <a:lvl1pPr marL="0" algn="ctr" defTabSz="609631" rtl="0" eaLnBrk="1" latinLnBrk="0" hangingPunct="1">
              <a:defRPr sz="1000" kern="1200">
                <a:solidFill>
                  <a:schemeClr val="bg1"/>
                </a:solidFill>
                <a:latin typeface="Roboto Regular"/>
                <a:ea typeface="+mn-ea"/>
                <a:cs typeface="Roboto Regular"/>
              </a:defRPr>
            </a:lvl1pPr>
            <a:lvl2pPr marL="609631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61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92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522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153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783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414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7044" algn="l" defTabSz="609631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80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6">
            <a:extLst>
              <a:ext uri="{FF2B5EF4-FFF2-40B4-BE49-F238E27FC236}">
                <a16:creationId xmlns:a16="http://schemas.microsoft.com/office/drawing/2014/main" id="{646F1A44-6D39-4F03-A341-26C1A4944661}"/>
              </a:ext>
            </a:extLst>
          </p:cNvPr>
          <p:cNvSpPr txBox="1"/>
          <p:nvPr userDrawn="1"/>
        </p:nvSpPr>
        <p:spPr>
          <a:xfrm>
            <a:off x="474134" y="6095713"/>
            <a:ext cx="2918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Roboto Black"/>
                <a:cs typeface="Roboto Black"/>
              </a:rPr>
              <a:t>INFORMATIONSTECHNIK</a:t>
            </a:r>
          </a:p>
          <a:p>
            <a:r>
              <a:rPr lang="en-US" sz="800" dirty="0">
                <a:solidFill>
                  <a:schemeClr val="tx1"/>
                </a:solidFill>
                <a:latin typeface="Roboto Regular"/>
                <a:cs typeface="Roboto Regular"/>
              </a:rPr>
              <a:t>Prof. Dr. Alfred Michael Franz</a:t>
            </a:r>
            <a:endParaRPr lang="en-US" sz="22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16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6">
            <a:extLst>
              <a:ext uri="{FF2B5EF4-FFF2-40B4-BE49-F238E27FC236}">
                <a16:creationId xmlns:a16="http://schemas.microsoft.com/office/drawing/2014/main" id="{EC0647F4-DA79-4E8B-9A99-47DEF23E9B90}"/>
              </a:ext>
            </a:extLst>
          </p:cNvPr>
          <p:cNvSpPr txBox="1"/>
          <p:nvPr userDrawn="1"/>
        </p:nvSpPr>
        <p:spPr>
          <a:xfrm>
            <a:off x="474134" y="6095713"/>
            <a:ext cx="2918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Roboto Black"/>
                <a:cs typeface="Roboto Black"/>
              </a:rPr>
              <a:t>INFORMATIONSTECHNIK</a:t>
            </a:r>
          </a:p>
          <a:p>
            <a:r>
              <a:rPr lang="en-US" sz="800" dirty="0">
                <a:solidFill>
                  <a:schemeClr val="tx1"/>
                </a:solidFill>
                <a:latin typeface="Roboto Regular"/>
                <a:cs typeface="Roboto Regular"/>
              </a:rPr>
              <a:t>Prof. Dr. Alfred Michael Franz</a:t>
            </a:r>
            <a:endParaRPr lang="en-US" sz="22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029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57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 noChangeAspect="1"/>
          </p:cNvSpPr>
          <p:nvPr>
            <p:ph type="pic" sz="quarter" idx="10"/>
          </p:nvPr>
        </p:nvSpPr>
        <p:spPr>
          <a:xfrm>
            <a:off x="0" y="723900"/>
            <a:ext cx="12193588" cy="4457700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 noChangeAspect="1"/>
          </p:cNvSpPr>
          <p:nvPr>
            <p:ph type="pic" sz="quarter" idx="10"/>
          </p:nvPr>
        </p:nvSpPr>
        <p:spPr>
          <a:xfrm>
            <a:off x="0" y="1778001"/>
            <a:ext cx="5108149" cy="282222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4" name="Oval 33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9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-1" y="1686402"/>
            <a:ext cx="6096301" cy="3493295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Oval 31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6097588" y="1686402"/>
            <a:ext cx="6096301" cy="3493295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Oval 31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3" name="TextBox 32"/>
          <p:cNvSpPr txBox="1"/>
          <p:nvPr userDrawn="1"/>
        </p:nvSpPr>
        <p:spPr>
          <a:xfrm>
            <a:off x="1566623" y="6095712"/>
            <a:ext cx="182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Roboto Black"/>
                <a:cs typeface="Roboto Black"/>
              </a:rPr>
              <a:t>CORPORATE</a:t>
            </a:r>
          </a:p>
          <a:p>
            <a:r>
              <a:rPr lang="en-US" sz="800" dirty="0">
                <a:solidFill>
                  <a:schemeClr val="tx1"/>
                </a:solidFill>
                <a:latin typeface="Roboto Regular"/>
                <a:cs typeface="Roboto Regular"/>
              </a:rPr>
              <a:t>MADE BY: LOUIS TWELVE</a:t>
            </a:r>
            <a:endParaRPr lang="en-US" sz="22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cxnSp>
        <p:nvCxnSpPr>
          <p:cNvPr id="34" name="Straight Connector 33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 userDrawn="1"/>
        </p:nvGrpSpPr>
        <p:grpSpPr>
          <a:xfrm>
            <a:off x="981318" y="6059567"/>
            <a:ext cx="634153" cy="473117"/>
            <a:chOff x="1157288" y="576263"/>
            <a:chExt cx="7051675" cy="5260975"/>
          </a:xfrm>
          <a:solidFill>
            <a:schemeClr val="tx1"/>
          </a:solidFill>
        </p:grpSpPr>
        <p:sp>
          <p:nvSpPr>
            <p:cNvPr id="37" name="Freeform 1"/>
            <p:cNvSpPr>
              <a:spLocks noChangeArrowheads="1"/>
            </p:cNvSpPr>
            <p:nvPr/>
          </p:nvSpPr>
          <p:spPr bwMode="auto">
            <a:xfrm>
              <a:off x="1157288" y="5356225"/>
              <a:ext cx="7051675" cy="481013"/>
            </a:xfrm>
            <a:custGeom>
              <a:avLst/>
              <a:gdLst>
                <a:gd name="T0" fmla="*/ 0 w 19589"/>
                <a:gd name="T1" fmla="*/ 1172 h 1337"/>
                <a:gd name="T2" fmla="*/ 0 w 19589"/>
                <a:gd name="T3" fmla="*/ 1172 h 1337"/>
                <a:gd name="T4" fmla="*/ 9456 w 19589"/>
                <a:gd name="T5" fmla="*/ 103 h 1337"/>
                <a:gd name="T6" fmla="*/ 19588 w 19589"/>
                <a:gd name="T7" fmla="*/ 1336 h 1337"/>
                <a:gd name="T8" fmla="*/ 9476 w 19589"/>
                <a:gd name="T9" fmla="*/ 658 h 1337"/>
                <a:gd name="T10" fmla="*/ 0 w 19589"/>
                <a:gd name="T11" fmla="*/ 1172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589" h="1337">
                  <a:moveTo>
                    <a:pt x="0" y="1172"/>
                  </a:moveTo>
                  <a:lnTo>
                    <a:pt x="0" y="1172"/>
                  </a:lnTo>
                  <a:cubicBezTo>
                    <a:pt x="0" y="1172"/>
                    <a:pt x="3741" y="103"/>
                    <a:pt x="9456" y="103"/>
                  </a:cubicBezTo>
                  <a:cubicBezTo>
                    <a:pt x="12888" y="0"/>
                    <a:pt x="17718" y="637"/>
                    <a:pt x="19588" y="1336"/>
                  </a:cubicBezTo>
                  <a:cubicBezTo>
                    <a:pt x="19588" y="1336"/>
                    <a:pt x="15354" y="617"/>
                    <a:pt x="9476" y="658"/>
                  </a:cubicBezTo>
                  <a:cubicBezTo>
                    <a:pt x="5057" y="679"/>
                    <a:pt x="0" y="1172"/>
                    <a:pt x="0" y="11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8" name="Freeform 2"/>
            <p:cNvSpPr>
              <a:spLocks noChangeArrowheads="1"/>
            </p:cNvSpPr>
            <p:nvPr/>
          </p:nvSpPr>
          <p:spPr bwMode="auto">
            <a:xfrm>
              <a:off x="3028950" y="2655888"/>
              <a:ext cx="719138" cy="2805112"/>
            </a:xfrm>
            <a:custGeom>
              <a:avLst/>
              <a:gdLst>
                <a:gd name="T0" fmla="*/ 1974 w 1996"/>
                <a:gd name="T1" fmla="*/ 328 h 7790"/>
                <a:gd name="T2" fmla="*/ 1995 w 1996"/>
                <a:gd name="T3" fmla="*/ 7789 h 7790"/>
                <a:gd name="T4" fmla="*/ 42 w 1996"/>
                <a:gd name="T5" fmla="*/ 7789 h 7790"/>
                <a:gd name="T6" fmla="*/ 0 w 1996"/>
                <a:gd name="T7" fmla="*/ 1521 h 7790"/>
                <a:gd name="T8" fmla="*/ 1727 w 1996"/>
                <a:gd name="T9" fmla="*/ 0 h 7790"/>
                <a:gd name="T10" fmla="*/ 1974 w 1996"/>
                <a:gd name="T11" fmla="*/ 328 h 7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6" h="7790">
                  <a:moveTo>
                    <a:pt x="1974" y="328"/>
                  </a:moveTo>
                  <a:lnTo>
                    <a:pt x="1995" y="7789"/>
                  </a:lnTo>
                  <a:lnTo>
                    <a:pt x="42" y="7789"/>
                  </a:lnTo>
                  <a:lnTo>
                    <a:pt x="0" y="1521"/>
                  </a:lnTo>
                  <a:lnTo>
                    <a:pt x="1727" y="0"/>
                  </a:lnTo>
                  <a:lnTo>
                    <a:pt x="1974" y="32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" name="Freeform 3"/>
            <p:cNvSpPr>
              <a:spLocks noChangeArrowheads="1"/>
            </p:cNvSpPr>
            <p:nvPr/>
          </p:nvSpPr>
          <p:spPr bwMode="auto">
            <a:xfrm>
              <a:off x="3028950" y="2655888"/>
              <a:ext cx="719138" cy="2805112"/>
            </a:xfrm>
            <a:custGeom>
              <a:avLst/>
              <a:gdLst>
                <a:gd name="T0" fmla="*/ 1974 w 1996"/>
                <a:gd name="T1" fmla="*/ 328 h 7790"/>
                <a:gd name="T2" fmla="*/ 1995 w 1996"/>
                <a:gd name="T3" fmla="*/ 7789 h 7790"/>
                <a:gd name="T4" fmla="*/ 42 w 1996"/>
                <a:gd name="T5" fmla="*/ 7789 h 7790"/>
                <a:gd name="T6" fmla="*/ 0 w 1996"/>
                <a:gd name="T7" fmla="*/ 1521 h 7790"/>
                <a:gd name="T8" fmla="*/ 1727 w 1996"/>
                <a:gd name="T9" fmla="*/ 0 h 7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7790">
                  <a:moveTo>
                    <a:pt x="1974" y="328"/>
                  </a:moveTo>
                  <a:lnTo>
                    <a:pt x="1995" y="7789"/>
                  </a:lnTo>
                  <a:lnTo>
                    <a:pt x="42" y="7789"/>
                  </a:lnTo>
                  <a:lnTo>
                    <a:pt x="0" y="1521"/>
                  </a:lnTo>
                  <a:lnTo>
                    <a:pt x="1727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Freeform 4"/>
            <p:cNvSpPr>
              <a:spLocks noChangeArrowheads="1"/>
            </p:cNvSpPr>
            <p:nvPr/>
          </p:nvSpPr>
          <p:spPr bwMode="auto">
            <a:xfrm>
              <a:off x="5834063" y="3359150"/>
              <a:ext cx="511175" cy="2101850"/>
            </a:xfrm>
            <a:custGeom>
              <a:avLst/>
              <a:gdLst>
                <a:gd name="T0" fmla="*/ 1418 w 1419"/>
                <a:gd name="T1" fmla="*/ 5838 h 5839"/>
                <a:gd name="T2" fmla="*/ 0 w 1419"/>
                <a:gd name="T3" fmla="*/ 5838 h 5839"/>
                <a:gd name="T4" fmla="*/ 0 w 1419"/>
                <a:gd name="T5" fmla="*/ 0 h 5839"/>
                <a:gd name="T6" fmla="*/ 1418 w 1419"/>
                <a:gd name="T7" fmla="*/ 1049 h 5839"/>
                <a:gd name="T8" fmla="*/ 1418 w 1419"/>
                <a:gd name="T9" fmla="*/ 5838 h 5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9" h="5839">
                  <a:moveTo>
                    <a:pt x="1418" y="5838"/>
                  </a:moveTo>
                  <a:lnTo>
                    <a:pt x="0" y="5838"/>
                  </a:lnTo>
                  <a:lnTo>
                    <a:pt x="0" y="0"/>
                  </a:lnTo>
                  <a:lnTo>
                    <a:pt x="1418" y="1049"/>
                  </a:lnTo>
                  <a:lnTo>
                    <a:pt x="1418" y="58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1" name="Freeform 5"/>
            <p:cNvSpPr>
              <a:spLocks noChangeArrowheads="1"/>
            </p:cNvSpPr>
            <p:nvPr/>
          </p:nvSpPr>
          <p:spPr bwMode="auto">
            <a:xfrm>
              <a:off x="3487738" y="2012950"/>
              <a:ext cx="1014412" cy="3448050"/>
            </a:xfrm>
            <a:custGeom>
              <a:avLst/>
              <a:gdLst>
                <a:gd name="T0" fmla="*/ 21 w 2817"/>
                <a:gd name="T1" fmla="*/ 9557 h 9578"/>
                <a:gd name="T2" fmla="*/ 0 w 2817"/>
                <a:gd name="T3" fmla="*/ 1171 h 9578"/>
                <a:gd name="T4" fmla="*/ 1274 w 2817"/>
                <a:gd name="T5" fmla="*/ 0 h 9578"/>
                <a:gd name="T6" fmla="*/ 2816 w 2817"/>
                <a:gd name="T7" fmla="*/ 986 h 9578"/>
                <a:gd name="T8" fmla="*/ 2816 w 2817"/>
                <a:gd name="T9" fmla="*/ 7748 h 9578"/>
                <a:gd name="T10" fmla="*/ 2590 w 2817"/>
                <a:gd name="T11" fmla="*/ 7933 h 9578"/>
                <a:gd name="T12" fmla="*/ 2569 w 2817"/>
                <a:gd name="T13" fmla="*/ 1171 h 9578"/>
                <a:gd name="T14" fmla="*/ 1378 w 2817"/>
                <a:gd name="T15" fmla="*/ 411 h 9578"/>
                <a:gd name="T16" fmla="*/ 1398 w 2817"/>
                <a:gd name="T17" fmla="*/ 9577 h 9578"/>
                <a:gd name="T18" fmla="*/ 21 w 2817"/>
                <a:gd name="T19" fmla="*/ 9557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7" h="9578">
                  <a:moveTo>
                    <a:pt x="21" y="9557"/>
                  </a:moveTo>
                  <a:lnTo>
                    <a:pt x="0" y="1171"/>
                  </a:lnTo>
                  <a:lnTo>
                    <a:pt x="1274" y="0"/>
                  </a:lnTo>
                  <a:lnTo>
                    <a:pt x="2816" y="986"/>
                  </a:lnTo>
                  <a:lnTo>
                    <a:pt x="2816" y="7748"/>
                  </a:lnTo>
                  <a:lnTo>
                    <a:pt x="2590" y="7933"/>
                  </a:lnTo>
                  <a:lnTo>
                    <a:pt x="2569" y="1171"/>
                  </a:lnTo>
                  <a:lnTo>
                    <a:pt x="1378" y="411"/>
                  </a:lnTo>
                  <a:lnTo>
                    <a:pt x="1398" y="9577"/>
                  </a:lnTo>
                  <a:lnTo>
                    <a:pt x="21" y="955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2" name="Freeform 6"/>
            <p:cNvSpPr>
              <a:spLocks noChangeArrowheads="1"/>
            </p:cNvSpPr>
            <p:nvPr/>
          </p:nvSpPr>
          <p:spPr bwMode="auto">
            <a:xfrm>
              <a:off x="3487738" y="2012950"/>
              <a:ext cx="503237" cy="3448050"/>
            </a:xfrm>
            <a:custGeom>
              <a:avLst/>
              <a:gdLst>
                <a:gd name="T0" fmla="*/ 1378 w 1399"/>
                <a:gd name="T1" fmla="*/ 411 h 9578"/>
                <a:gd name="T2" fmla="*/ 1398 w 1399"/>
                <a:gd name="T3" fmla="*/ 9577 h 9578"/>
                <a:gd name="T4" fmla="*/ 21 w 1399"/>
                <a:gd name="T5" fmla="*/ 9557 h 9578"/>
                <a:gd name="T6" fmla="*/ 0 w 1399"/>
                <a:gd name="T7" fmla="*/ 1171 h 9578"/>
                <a:gd name="T8" fmla="*/ 1274 w 1399"/>
                <a:gd name="T9" fmla="*/ 0 h 9578"/>
                <a:gd name="T10" fmla="*/ 1378 w 1399"/>
                <a:gd name="T11" fmla="*/ 411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99" h="9578">
                  <a:moveTo>
                    <a:pt x="1378" y="411"/>
                  </a:moveTo>
                  <a:lnTo>
                    <a:pt x="1398" y="9577"/>
                  </a:lnTo>
                  <a:lnTo>
                    <a:pt x="21" y="9557"/>
                  </a:lnTo>
                  <a:lnTo>
                    <a:pt x="0" y="1171"/>
                  </a:lnTo>
                  <a:lnTo>
                    <a:pt x="1274" y="0"/>
                  </a:lnTo>
                  <a:lnTo>
                    <a:pt x="1378" y="41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" name="Freeform 7"/>
            <p:cNvSpPr>
              <a:spLocks noChangeArrowheads="1"/>
            </p:cNvSpPr>
            <p:nvPr/>
          </p:nvSpPr>
          <p:spPr bwMode="auto">
            <a:xfrm>
              <a:off x="3487738" y="2012950"/>
              <a:ext cx="503237" cy="3448050"/>
            </a:xfrm>
            <a:custGeom>
              <a:avLst/>
              <a:gdLst>
                <a:gd name="T0" fmla="*/ 1378 w 1399"/>
                <a:gd name="T1" fmla="*/ 411 h 9578"/>
                <a:gd name="T2" fmla="*/ 1398 w 1399"/>
                <a:gd name="T3" fmla="*/ 9577 h 9578"/>
                <a:gd name="T4" fmla="*/ 21 w 1399"/>
                <a:gd name="T5" fmla="*/ 9557 h 9578"/>
                <a:gd name="T6" fmla="*/ 0 w 1399"/>
                <a:gd name="T7" fmla="*/ 1171 h 9578"/>
                <a:gd name="T8" fmla="*/ 1274 w 1399"/>
                <a:gd name="T9" fmla="*/ 0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9" h="9578">
                  <a:moveTo>
                    <a:pt x="1378" y="411"/>
                  </a:moveTo>
                  <a:lnTo>
                    <a:pt x="1398" y="9577"/>
                  </a:lnTo>
                  <a:lnTo>
                    <a:pt x="21" y="9557"/>
                  </a:lnTo>
                  <a:lnTo>
                    <a:pt x="0" y="1171"/>
                  </a:lnTo>
                  <a:lnTo>
                    <a:pt x="1274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4" name="Freeform 8"/>
            <p:cNvSpPr>
              <a:spLocks noChangeArrowheads="1"/>
            </p:cNvSpPr>
            <p:nvPr/>
          </p:nvSpPr>
          <p:spPr bwMode="auto">
            <a:xfrm>
              <a:off x="4857750" y="2700338"/>
              <a:ext cx="1022350" cy="2782887"/>
            </a:xfrm>
            <a:custGeom>
              <a:avLst/>
              <a:gdLst>
                <a:gd name="T0" fmla="*/ 2816 w 2838"/>
                <a:gd name="T1" fmla="*/ 7666 h 7729"/>
                <a:gd name="T2" fmla="*/ 2837 w 2838"/>
                <a:gd name="T3" fmla="*/ 945 h 7729"/>
                <a:gd name="T4" fmla="*/ 1542 w 2838"/>
                <a:gd name="T5" fmla="*/ 0 h 7729"/>
                <a:gd name="T6" fmla="*/ 0 w 2838"/>
                <a:gd name="T7" fmla="*/ 802 h 7729"/>
                <a:gd name="T8" fmla="*/ 0 w 2838"/>
                <a:gd name="T9" fmla="*/ 5960 h 7729"/>
                <a:gd name="T10" fmla="*/ 246 w 2838"/>
                <a:gd name="T11" fmla="*/ 6104 h 7729"/>
                <a:gd name="T12" fmla="*/ 246 w 2838"/>
                <a:gd name="T13" fmla="*/ 945 h 7729"/>
                <a:gd name="T14" fmla="*/ 1439 w 2838"/>
                <a:gd name="T15" fmla="*/ 350 h 7729"/>
                <a:gd name="T16" fmla="*/ 1439 w 2838"/>
                <a:gd name="T17" fmla="*/ 7728 h 7729"/>
                <a:gd name="T18" fmla="*/ 2816 w 2838"/>
                <a:gd name="T19" fmla="*/ 7666 h 7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8" h="7729">
                  <a:moveTo>
                    <a:pt x="2816" y="7666"/>
                  </a:moveTo>
                  <a:lnTo>
                    <a:pt x="2837" y="945"/>
                  </a:lnTo>
                  <a:lnTo>
                    <a:pt x="1542" y="0"/>
                  </a:lnTo>
                  <a:lnTo>
                    <a:pt x="0" y="802"/>
                  </a:lnTo>
                  <a:lnTo>
                    <a:pt x="0" y="5960"/>
                  </a:lnTo>
                  <a:lnTo>
                    <a:pt x="246" y="6104"/>
                  </a:lnTo>
                  <a:lnTo>
                    <a:pt x="246" y="945"/>
                  </a:lnTo>
                  <a:lnTo>
                    <a:pt x="1439" y="350"/>
                  </a:lnTo>
                  <a:lnTo>
                    <a:pt x="1439" y="7728"/>
                  </a:lnTo>
                  <a:lnTo>
                    <a:pt x="2816" y="766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5" name="Freeform 9"/>
            <p:cNvSpPr>
              <a:spLocks noChangeArrowheads="1"/>
            </p:cNvSpPr>
            <p:nvPr/>
          </p:nvSpPr>
          <p:spPr bwMode="auto">
            <a:xfrm>
              <a:off x="4518025" y="576263"/>
              <a:ext cx="325438" cy="1295400"/>
            </a:xfrm>
            <a:custGeom>
              <a:avLst/>
              <a:gdLst>
                <a:gd name="T0" fmla="*/ 903 w 904"/>
                <a:gd name="T1" fmla="*/ 3597 h 3598"/>
                <a:gd name="T2" fmla="*/ 0 w 904"/>
                <a:gd name="T3" fmla="*/ 3597 h 3598"/>
                <a:gd name="T4" fmla="*/ 451 w 904"/>
                <a:gd name="T5" fmla="*/ 0 h 3598"/>
                <a:gd name="T6" fmla="*/ 451 w 904"/>
                <a:gd name="T7" fmla="*/ 0 h 3598"/>
                <a:gd name="T8" fmla="*/ 903 w 904"/>
                <a:gd name="T9" fmla="*/ 3597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4" h="3598">
                  <a:moveTo>
                    <a:pt x="903" y="3597"/>
                  </a:moveTo>
                  <a:lnTo>
                    <a:pt x="0" y="3597"/>
                  </a:lnTo>
                  <a:lnTo>
                    <a:pt x="451" y="0"/>
                  </a:lnTo>
                  <a:lnTo>
                    <a:pt x="451" y="0"/>
                  </a:lnTo>
                  <a:lnTo>
                    <a:pt x="903" y="359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6" name="Freeform 10"/>
            <p:cNvSpPr>
              <a:spLocks noChangeArrowheads="1"/>
            </p:cNvSpPr>
            <p:nvPr/>
          </p:nvSpPr>
          <p:spPr bwMode="auto">
            <a:xfrm>
              <a:off x="4479925" y="1435100"/>
              <a:ext cx="414338" cy="784225"/>
            </a:xfrm>
            <a:custGeom>
              <a:avLst/>
              <a:gdLst>
                <a:gd name="T0" fmla="*/ 1150 w 1151"/>
                <a:gd name="T1" fmla="*/ 2179 h 2180"/>
                <a:gd name="T2" fmla="*/ 0 w 1151"/>
                <a:gd name="T3" fmla="*/ 2179 h 2180"/>
                <a:gd name="T4" fmla="*/ 0 w 1151"/>
                <a:gd name="T5" fmla="*/ 0 h 2180"/>
                <a:gd name="T6" fmla="*/ 1150 w 1151"/>
                <a:gd name="T7" fmla="*/ 0 h 2180"/>
                <a:gd name="T8" fmla="*/ 1150 w 1151"/>
                <a:gd name="T9" fmla="*/ 2179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1" h="2180">
                  <a:moveTo>
                    <a:pt x="1150" y="2179"/>
                  </a:moveTo>
                  <a:lnTo>
                    <a:pt x="0" y="2179"/>
                  </a:lnTo>
                  <a:lnTo>
                    <a:pt x="0" y="0"/>
                  </a:lnTo>
                  <a:lnTo>
                    <a:pt x="1150" y="0"/>
                  </a:lnTo>
                  <a:lnTo>
                    <a:pt x="1150" y="217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" name="Freeform 11"/>
            <p:cNvSpPr>
              <a:spLocks noChangeArrowheads="1"/>
            </p:cNvSpPr>
            <p:nvPr/>
          </p:nvSpPr>
          <p:spPr bwMode="auto">
            <a:xfrm>
              <a:off x="4857750" y="2700338"/>
              <a:ext cx="555625" cy="2190750"/>
            </a:xfrm>
            <a:custGeom>
              <a:avLst/>
              <a:gdLst>
                <a:gd name="T0" fmla="*/ 1542 w 1543"/>
                <a:gd name="T1" fmla="*/ 0 h 6084"/>
                <a:gd name="T2" fmla="*/ 0 w 1543"/>
                <a:gd name="T3" fmla="*/ 781 h 6084"/>
                <a:gd name="T4" fmla="*/ 0 w 1543"/>
                <a:gd name="T5" fmla="*/ 5939 h 6084"/>
                <a:gd name="T6" fmla="*/ 246 w 1543"/>
                <a:gd name="T7" fmla="*/ 6083 h 6084"/>
                <a:gd name="T8" fmla="*/ 246 w 1543"/>
                <a:gd name="T9" fmla="*/ 925 h 6084"/>
                <a:gd name="T10" fmla="*/ 1439 w 1543"/>
                <a:gd name="T11" fmla="*/ 329 h 6084"/>
                <a:gd name="T12" fmla="*/ 1542 w 1543"/>
                <a:gd name="T13" fmla="*/ 0 h 6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3" h="6084">
                  <a:moveTo>
                    <a:pt x="1542" y="0"/>
                  </a:moveTo>
                  <a:lnTo>
                    <a:pt x="0" y="781"/>
                  </a:lnTo>
                  <a:lnTo>
                    <a:pt x="0" y="5939"/>
                  </a:lnTo>
                  <a:lnTo>
                    <a:pt x="246" y="6083"/>
                  </a:lnTo>
                  <a:lnTo>
                    <a:pt x="246" y="925"/>
                  </a:lnTo>
                  <a:lnTo>
                    <a:pt x="1439" y="329"/>
                  </a:lnTo>
                  <a:lnTo>
                    <a:pt x="1542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8" name="Freeform 12"/>
            <p:cNvSpPr>
              <a:spLocks noChangeArrowheads="1"/>
            </p:cNvSpPr>
            <p:nvPr/>
          </p:nvSpPr>
          <p:spPr bwMode="auto">
            <a:xfrm>
              <a:off x="4857750" y="2700338"/>
              <a:ext cx="555625" cy="2190750"/>
            </a:xfrm>
            <a:custGeom>
              <a:avLst/>
              <a:gdLst>
                <a:gd name="T0" fmla="*/ 1542 w 1543"/>
                <a:gd name="T1" fmla="*/ 0 h 6084"/>
                <a:gd name="T2" fmla="*/ 0 w 1543"/>
                <a:gd name="T3" fmla="*/ 781 h 6084"/>
                <a:gd name="T4" fmla="*/ 0 w 1543"/>
                <a:gd name="T5" fmla="*/ 5939 h 6084"/>
                <a:gd name="T6" fmla="*/ 246 w 1543"/>
                <a:gd name="T7" fmla="*/ 6083 h 6084"/>
                <a:gd name="T8" fmla="*/ 246 w 1543"/>
                <a:gd name="T9" fmla="*/ 925 h 6084"/>
                <a:gd name="T10" fmla="*/ 1439 w 1543"/>
                <a:gd name="T11" fmla="*/ 329 h 6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3" h="6084">
                  <a:moveTo>
                    <a:pt x="1542" y="0"/>
                  </a:moveTo>
                  <a:lnTo>
                    <a:pt x="0" y="781"/>
                  </a:lnTo>
                  <a:lnTo>
                    <a:pt x="0" y="5939"/>
                  </a:lnTo>
                  <a:lnTo>
                    <a:pt x="246" y="6083"/>
                  </a:lnTo>
                  <a:lnTo>
                    <a:pt x="246" y="925"/>
                  </a:lnTo>
                  <a:lnTo>
                    <a:pt x="1439" y="3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9" name="Freeform 13"/>
            <p:cNvSpPr>
              <a:spLocks noChangeArrowheads="1"/>
            </p:cNvSpPr>
            <p:nvPr/>
          </p:nvSpPr>
          <p:spPr bwMode="auto">
            <a:xfrm>
              <a:off x="4413250" y="1701800"/>
              <a:ext cx="533400" cy="3759200"/>
            </a:xfrm>
            <a:custGeom>
              <a:avLst/>
              <a:gdLst>
                <a:gd name="T0" fmla="*/ 1479 w 1480"/>
                <a:gd name="T1" fmla="*/ 10441 h 10442"/>
                <a:gd name="T2" fmla="*/ 679 w 1480"/>
                <a:gd name="T3" fmla="*/ 10441 h 10442"/>
                <a:gd name="T4" fmla="*/ 0 w 1480"/>
                <a:gd name="T5" fmla="*/ 10441 h 10442"/>
                <a:gd name="T6" fmla="*/ 0 w 1480"/>
                <a:gd name="T7" fmla="*/ 0 h 10442"/>
                <a:gd name="T8" fmla="*/ 1479 w 1480"/>
                <a:gd name="T9" fmla="*/ 0 h 10442"/>
                <a:gd name="T10" fmla="*/ 1479 w 1480"/>
                <a:gd name="T11" fmla="*/ 10441 h 10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0" h="10442">
                  <a:moveTo>
                    <a:pt x="1479" y="10441"/>
                  </a:moveTo>
                  <a:lnTo>
                    <a:pt x="679" y="10441"/>
                  </a:lnTo>
                  <a:lnTo>
                    <a:pt x="0" y="10441"/>
                  </a:lnTo>
                  <a:lnTo>
                    <a:pt x="0" y="0"/>
                  </a:lnTo>
                  <a:lnTo>
                    <a:pt x="1479" y="0"/>
                  </a:lnTo>
                  <a:lnTo>
                    <a:pt x="1479" y="1044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0" name="Freeform 14"/>
            <p:cNvSpPr>
              <a:spLocks noChangeArrowheads="1"/>
            </p:cNvSpPr>
            <p:nvPr/>
          </p:nvSpPr>
          <p:spPr bwMode="auto">
            <a:xfrm>
              <a:off x="4413250" y="1701800"/>
              <a:ext cx="533400" cy="3759200"/>
            </a:xfrm>
            <a:custGeom>
              <a:avLst/>
              <a:gdLst>
                <a:gd name="T0" fmla="*/ 1479 w 1480"/>
                <a:gd name="T1" fmla="*/ 10441 h 10442"/>
                <a:gd name="T2" fmla="*/ 679 w 1480"/>
                <a:gd name="T3" fmla="*/ 10441 h 10442"/>
                <a:gd name="T4" fmla="*/ 0 w 1480"/>
                <a:gd name="T5" fmla="*/ 10441 h 10442"/>
                <a:gd name="T6" fmla="*/ 0 w 1480"/>
                <a:gd name="T7" fmla="*/ 0 h 10442"/>
                <a:gd name="T8" fmla="*/ 1479 w 1480"/>
                <a:gd name="T9" fmla="*/ 0 h 10442"/>
                <a:gd name="T10" fmla="*/ 1479 w 1480"/>
                <a:gd name="T11" fmla="*/ 10441 h 10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0" h="10442">
                  <a:moveTo>
                    <a:pt x="1479" y="10441"/>
                  </a:moveTo>
                  <a:lnTo>
                    <a:pt x="679" y="10441"/>
                  </a:lnTo>
                  <a:lnTo>
                    <a:pt x="0" y="10441"/>
                  </a:lnTo>
                  <a:lnTo>
                    <a:pt x="0" y="0"/>
                  </a:lnTo>
                  <a:lnTo>
                    <a:pt x="1479" y="0"/>
                  </a:lnTo>
                  <a:lnTo>
                    <a:pt x="1479" y="1044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1" name="Freeform 15"/>
            <p:cNvSpPr>
              <a:spLocks noChangeArrowheads="1"/>
            </p:cNvSpPr>
            <p:nvPr/>
          </p:nvSpPr>
          <p:spPr bwMode="auto">
            <a:xfrm>
              <a:off x="4413250" y="576263"/>
              <a:ext cx="266700" cy="4883150"/>
            </a:xfrm>
            <a:custGeom>
              <a:avLst/>
              <a:gdLst>
                <a:gd name="T0" fmla="*/ 740 w 741"/>
                <a:gd name="T1" fmla="*/ 0 h 13566"/>
                <a:gd name="T2" fmla="*/ 740 w 741"/>
                <a:gd name="T3" fmla="*/ 0 h 13566"/>
                <a:gd name="T4" fmla="*/ 432 w 741"/>
                <a:gd name="T5" fmla="*/ 2384 h 13566"/>
                <a:gd name="T6" fmla="*/ 185 w 741"/>
                <a:gd name="T7" fmla="*/ 2384 h 13566"/>
                <a:gd name="T8" fmla="*/ 185 w 741"/>
                <a:gd name="T9" fmla="*/ 3124 h 13566"/>
                <a:gd name="T10" fmla="*/ 0 w 741"/>
                <a:gd name="T11" fmla="*/ 3124 h 13566"/>
                <a:gd name="T12" fmla="*/ 0 w 741"/>
                <a:gd name="T13" fmla="*/ 13565 h 13566"/>
                <a:gd name="T14" fmla="*/ 679 w 741"/>
                <a:gd name="T15" fmla="*/ 13565 h 13566"/>
                <a:gd name="T16" fmla="*/ 740 w 741"/>
                <a:gd name="T17" fmla="*/ 0 h 13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1" h="13566">
                  <a:moveTo>
                    <a:pt x="740" y="0"/>
                  </a:moveTo>
                  <a:lnTo>
                    <a:pt x="740" y="0"/>
                  </a:lnTo>
                  <a:lnTo>
                    <a:pt x="432" y="2384"/>
                  </a:lnTo>
                  <a:lnTo>
                    <a:pt x="185" y="2384"/>
                  </a:lnTo>
                  <a:lnTo>
                    <a:pt x="185" y="3124"/>
                  </a:lnTo>
                  <a:lnTo>
                    <a:pt x="0" y="3124"/>
                  </a:lnTo>
                  <a:lnTo>
                    <a:pt x="0" y="13565"/>
                  </a:lnTo>
                  <a:lnTo>
                    <a:pt x="679" y="13565"/>
                  </a:lnTo>
                  <a:lnTo>
                    <a:pt x="74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2" name="Freeform 16"/>
            <p:cNvSpPr>
              <a:spLocks noChangeArrowheads="1"/>
            </p:cNvSpPr>
            <p:nvPr/>
          </p:nvSpPr>
          <p:spPr bwMode="auto">
            <a:xfrm>
              <a:off x="4413250" y="576263"/>
              <a:ext cx="266700" cy="4883150"/>
            </a:xfrm>
            <a:custGeom>
              <a:avLst/>
              <a:gdLst>
                <a:gd name="T0" fmla="*/ 740 w 741"/>
                <a:gd name="T1" fmla="*/ 0 h 13566"/>
                <a:gd name="T2" fmla="*/ 740 w 741"/>
                <a:gd name="T3" fmla="*/ 0 h 13566"/>
                <a:gd name="T4" fmla="*/ 432 w 741"/>
                <a:gd name="T5" fmla="*/ 2384 h 13566"/>
                <a:gd name="T6" fmla="*/ 185 w 741"/>
                <a:gd name="T7" fmla="*/ 2384 h 13566"/>
                <a:gd name="T8" fmla="*/ 185 w 741"/>
                <a:gd name="T9" fmla="*/ 3124 h 13566"/>
                <a:gd name="T10" fmla="*/ 0 w 741"/>
                <a:gd name="T11" fmla="*/ 3124 h 13566"/>
                <a:gd name="T12" fmla="*/ 0 w 741"/>
                <a:gd name="T13" fmla="*/ 13565 h 13566"/>
                <a:gd name="T14" fmla="*/ 679 w 741"/>
                <a:gd name="T15" fmla="*/ 13565 h 13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1" h="13566">
                  <a:moveTo>
                    <a:pt x="740" y="0"/>
                  </a:moveTo>
                  <a:lnTo>
                    <a:pt x="740" y="0"/>
                  </a:lnTo>
                  <a:lnTo>
                    <a:pt x="432" y="2384"/>
                  </a:lnTo>
                  <a:lnTo>
                    <a:pt x="185" y="2384"/>
                  </a:lnTo>
                  <a:lnTo>
                    <a:pt x="185" y="3124"/>
                  </a:lnTo>
                  <a:lnTo>
                    <a:pt x="0" y="3124"/>
                  </a:lnTo>
                  <a:lnTo>
                    <a:pt x="0" y="13565"/>
                  </a:lnTo>
                  <a:lnTo>
                    <a:pt x="679" y="1356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Freeform 17"/>
            <p:cNvSpPr>
              <a:spLocks noChangeArrowheads="1"/>
            </p:cNvSpPr>
            <p:nvPr/>
          </p:nvSpPr>
          <p:spPr bwMode="auto">
            <a:xfrm>
              <a:off x="4168775" y="2449513"/>
              <a:ext cx="44450" cy="3019425"/>
            </a:xfrm>
            <a:custGeom>
              <a:avLst/>
              <a:gdLst>
                <a:gd name="T0" fmla="*/ 0 w 124"/>
                <a:gd name="T1" fmla="*/ 0 h 8386"/>
                <a:gd name="T2" fmla="*/ 123 w 124"/>
                <a:gd name="T3" fmla="*/ 103 h 8386"/>
                <a:gd name="T4" fmla="*/ 123 w 124"/>
                <a:gd name="T5" fmla="*/ 8385 h 8386"/>
                <a:gd name="T6" fmla="*/ 0 w 124"/>
                <a:gd name="T7" fmla="*/ 8385 h 8386"/>
                <a:gd name="T8" fmla="*/ 0 w 124"/>
                <a:gd name="T9" fmla="*/ 0 h 8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8386">
                  <a:moveTo>
                    <a:pt x="0" y="0"/>
                  </a:moveTo>
                  <a:lnTo>
                    <a:pt x="123" y="103"/>
                  </a:lnTo>
                  <a:lnTo>
                    <a:pt x="123" y="8385"/>
                  </a:lnTo>
                  <a:lnTo>
                    <a:pt x="0" y="8385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4" name="Freeform 18"/>
            <p:cNvSpPr>
              <a:spLocks noChangeArrowheads="1"/>
            </p:cNvSpPr>
            <p:nvPr/>
          </p:nvSpPr>
          <p:spPr bwMode="auto">
            <a:xfrm>
              <a:off x="5108575" y="3048000"/>
              <a:ext cx="44450" cy="2419350"/>
            </a:xfrm>
            <a:custGeom>
              <a:avLst/>
              <a:gdLst>
                <a:gd name="T0" fmla="*/ 123 w 124"/>
                <a:gd name="T1" fmla="*/ 0 h 6721"/>
                <a:gd name="T2" fmla="*/ 0 w 124"/>
                <a:gd name="T3" fmla="*/ 103 h 6721"/>
                <a:gd name="T4" fmla="*/ 0 w 124"/>
                <a:gd name="T5" fmla="*/ 6720 h 6721"/>
                <a:gd name="T6" fmla="*/ 123 w 124"/>
                <a:gd name="T7" fmla="*/ 6720 h 6721"/>
                <a:gd name="T8" fmla="*/ 123 w 124"/>
                <a:gd name="T9" fmla="*/ 0 h 6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6721">
                  <a:moveTo>
                    <a:pt x="123" y="0"/>
                  </a:moveTo>
                  <a:lnTo>
                    <a:pt x="0" y="103"/>
                  </a:lnTo>
                  <a:lnTo>
                    <a:pt x="0" y="6720"/>
                  </a:lnTo>
                  <a:lnTo>
                    <a:pt x="123" y="6720"/>
                  </a:lnTo>
                  <a:lnTo>
                    <a:pt x="12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0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 noChangeAspect="1"/>
          </p:cNvSpPr>
          <p:nvPr>
            <p:ph type="pic" sz="quarter" idx="10"/>
          </p:nvPr>
        </p:nvSpPr>
        <p:spPr>
          <a:xfrm>
            <a:off x="1012631" y="1876778"/>
            <a:ext cx="914400" cy="9144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Picture Placeholder 6"/>
          <p:cNvSpPr>
            <a:spLocks noGrp="1" noChangeAspect="1"/>
          </p:cNvSpPr>
          <p:nvPr>
            <p:ph type="pic" sz="quarter" idx="11"/>
          </p:nvPr>
        </p:nvSpPr>
        <p:spPr>
          <a:xfrm>
            <a:off x="4311775" y="1876778"/>
            <a:ext cx="914400" cy="9144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Picture Placeholder 6"/>
          <p:cNvSpPr>
            <a:spLocks noGrp="1" noChangeAspect="1"/>
          </p:cNvSpPr>
          <p:nvPr>
            <p:ph type="pic" sz="quarter" idx="12"/>
          </p:nvPr>
        </p:nvSpPr>
        <p:spPr>
          <a:xfrm>
            <a:off x="7500840" y="1876778"/>
            <a:ext cx="914400" cy="914400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Oval 33"/>
          <p:cNvSpPr>
            <a:spLocks noChangeAspect="1"/>
          </p:cNvSpPr>
          <p:nvPr userDrawn="1"/>
        </p:nvSpPr>
        <p:spPr>
          <a:xfrm>
            <a:off x="10989251" y="6066998"/>
            <a:ext cx="337652" cy="337653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14" tIns="22857" rIns="45714" bIns="2285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5" name="TextBox 34"/>
          <p:cNvSpPr txBox="1"/>
          <p:nvPr userDrawn="1"/>
        </p:nvSpPr>
        <p:spPr>
          <a:xfrm>
            <a:off x="1566623" y="6095712"/>
            <a:ext cx="18257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Roboto Black"/>
                <a:cs typeface="Roboto Black"/>
              </a:rPr>
              <a:t>CORPORATE</a:t>
            </a:r>
          </a:p>
          <a:p>
            <a:r>
              <a:rPr lang="en-US" sz="800" dirty="0">
                <a:solidFill>
                  <a:schemeClr val="tx1"/>
                </a:solidFill>
                <a:latin typeface="Roboto Regular"/>
                <a:cs typeface="Roboto Regular"/>
              </a:rPr>
              <a:t>MADE BY: LOUIS TWELVE</a:t>
            </a:r>
            <a:endParaRPr lang="en-US" sz="2200" dirty="0">
              <a:solidFill>
                <a:schemeClr val="tx1"/>
              </a:solidFill>
              <a:latin typeface="Roboto Regular"/>
              <a:cs typeface="Roboto Regular"/>
            </a:endParaRPr>
          </a:p>
        </p:txBody>
      </p:sp>
      <p:cxnSp>
        <p:nvCxnSpPr>
          <p:cNvPr id="36" name="Straight Connector 35"/>
          <p:cNvCxnSpPr/>
          <p:nvPr userDrawn="1"/>
        </p:nvCxnSpPr>
        <p:spPr>
          <a:xfrm>
            <a:off x="2979450" y="6278034"/>
            <a:ext cx="7821734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8" name="Group 37"/>
          <p:cNvGrpSpPr/>
          <p:nvPr userDrawn="1"/>
        </p:nvGrpSpPr>
        <p:grpSpPr>
          <a:xfrm>
            <a:off x="981318" y="6059567"/>
            <a:ext cx="634153" cy="473117"/>
            <a:chOff x="1157288" y="576263"/>
            <a:chExt cx="7051675" cy="5260975"/>
          </a:xfrm>
          <a:solidFill>
            <a:schemeClr val="tx1"/>
          </a:solidFill>
        </p:grpSpPr>
        <p:sp>
          <p:nvSpPr>
            <p:cNvPr id="39" name="Freeform 1"/>
            <p:cNvSpPr>
              <a:spLocks noChangeArrowheads="1"/>
            </p:cNvSpPr>
            <p:nvPr/>
          </p:nvSpPr>
          <p:spPr bwMode="auto">
            <a:xfrm>
              <a:off x="1157288" y="5356225"/>
              <a:ext cx="7051675" cy="481013"/>
            </a:xfrm>
            <a:custGeom>
              <a:avLst/>
              <a:gdLst>
                <a:gd name="T0" fmla="*/ 0 w 19589"/>
                <a:gd name="T1" fmla="*/ 1172 h 1337"/>
                <a:gd name="T2" fmla="*/ 0 w 19589"/>
                <a:gd name="T3" fmla="*/ 1172 h 1337"/>
                <a:gd name="T4" fmla="*/ 9456 w 19589"/>
                <a:gd name="T5" fmla="*/ 103 h 1337"/>
                <a:gd name="T6" fmla="*/ 19588 w 19589"/>
                <a:gd name="T7" fmla="*/ 1336 h 1337"/>
                <a:gd name="T8" fmla="*/ 9476 w 19589"/>
                <a:gd name="T9" fmla="*/ 658 h 1337"/>
                <a:gd name="T10" fmla="*/ 0 w 19589"/>
                <a:gd name="T11" fmla="*/ 1172 h 1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589" h="1337">
                  <a:moveTo>
                    <a:pt x="0" y="1172"/>
                  </a:moveTo>
                  <a:lnTo>
                    <a:pt x="0" y="1172"/>
                  </a:lnTo>
                  <a:cubicBezTo>
                    <a:pt x="0" y="1172"/>
                    <a:pt x="3741" y="103"/>
                    <a:pt x="9456" y="103"/>
                  </a:cubicBezTo>
                  <a:cubicBezTo>
                    <a:pt x="12888" y="0"/>
                    <a:pt x="17718" y="637"/>
                    <a:pt x="19588" y="1336"/>
                  </a:cubicBezTo>
                  <a:cubicBezTo>
                    <a:pt x="19588" y="1336"/>
                    <a:pt x="15354" y="617"/>
                    <a:pt x="9476" y="658"/>
                  </a:cubicBezTo>
                  <a:cubicBezTo>
                    <a:pt x="5057" y="679"/>
                    <a:pt x="0" y="1172"/>
                    <a:pt x="0" y="11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0" name="Freeform 2"/>
            <p:cNvSpPr>
              <a:spLocks noChangeArrowheads="1"/>
            </p:cNvSpPr>
            <p:nvPr/>
          </p:nvSpPr>
          <p:spPr bwMode="auto">
            <a:xfrm>
              <a:off x="3028950" y="2655888"/>
              <a:ext cx="719138" cy="2805112"/>
            </a:xfrm>
            <a:custGeom>
              <a:avLst/>
              <a:gdLst>
                <a:gd name="T0" fmla="*/ 1974 w 1996"/>
                <a:gd name="T1" fmla="*/ 328 h 7790"/>
                <a:gd name="T2" fmla="*/ 1995 w 1996"/>
                <a:gd name="T3" fmla="*/ 7789 h 7790"/>
                <a:gd name="T4" fmla="*/ 42 w 1996"/>
                <a:gd name="T5" fmla="*/ 7789 h 7790"/>
                <a:gd name="T6" fmla="*/ 0 w 1996"/>
                <a:gd name="T7" fmla="*/ 1521 h 7790"/>
                <a:gd name="T8" fmla="*/ 1727 w 1996"/>
                <a:gd name="T9" fmla="*/ 0 h 7790"/>
                <a:gd name="T10" fmla="*/ 1974 w 1996"/>
                <a:gd name="T11" fmla="*/ 328 h 7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96" h="7790">
                  <a:moveTo>
                    <a:pt x="1974" y="328"/>
                  </a:moveTo>
                  <a:lnTo>
                    <a:pt x="1995" y="7789"/>
                  </a:lnTo>
                  <a:lnTo>
                    <a:pt x="42" y="7789"/>
                  </a:lnTo>
                  <a:lnTo>
                    <a:pt x="0" y="1521"/>
                  </a:lnTo>
                  <a:lnTo>
                    <a:pt x="1727" y="0"/>
                  </a:lnTo>
                  <a:lnTo>
                    <a:pt x="1974" y="32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1" name="Freeform 3"/>
            <p:cNvSpPr>
              <a:spLocks noChangeArrowheads="1"/>
            </p:cNvSpPr>
            <p:nvPr/>
          </p:nvSpPr>
          <p:spPr bwMode="auto">
            <a:xfrm>
              <a:off x="3028950" y="2655888"/>
              <a:ext cx="719138" cy="2805112"/>
            </a:xfrm>
            <a:custGeom>
              <a:avLst/>
              <a:gdLst>
                <a:gd name="T0" fmla="*/ 1974 w 1996"/>
                <a:gd name="T1" fmla="*/ 328 h 7790"/>
                <a:gd name="T2" fmla="*/ 1995 w 1996"/>
                <a:gd name="T3" fmla="*/ 7789 h 7790"/>
                <a:gd name="T4" fmla="*/ 42 w 1996"/>
                <a:gd name="T5" fmla="*/ 7789 h 7790"/>
                <a:gd name="T6" fmla="*/ 0 w 1996"/>
                <a:gd name="T7" fmla="*/ 1521 h 7790"/>
                <a:gd name="T8" fmla="*/ 1727 w 1996"/>
                <a:gd name="T9" fmla="*/ 0 h 7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6" h="7790">
                  <a:moveTo>
                    <a:pt x="1974" y="328"/>
                  </a:moveTo>
                  <a:lnTo>
                    <a:pt x="1995" y="7789"/>
                  </a:lnTo>
                  <a:lnTo>
                    <a:pt x="42" y="7789"/>
                  </a:lnTo>
                  <a:lnTo>
                    <a:pt x="0" y="1521"/>
                  </a:lnTo>
                  <a:lnTo>
                    <a:pt x="1727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2" name="Freeform 4"/>
            <p:cNvSpPr>
              <a:spLocks noChangeArrowheads="1"/>
            </p:cNvSpPr>
            <p:nvPr/>
          </p:nvSpPr>
          <p:spPr bwMode="auto">
            <a:xfrm>
              <a:off x="5834063" y="3359150"/>
              <a:ext cx="511175" cy="2101850"/>
            </a:xfrm>
            <a:custGeom>
              <a:avLst/>
              <a:gdLst>
                <a:gd name="T0" fmla="*/ 1418 w 1419"/>
                <a:gd name="T1" fmla="*/ 5838 h 5839"/>
                <a:gd name="T2" fmla="*/ 0 w 1419"/>
                <a:gd name="T3" fmla="*/ 5838 h 5839"/>
                <a:gd name="T4" fmla="*/ 0 w 1419"/>
                <a:gd name="T5" fmla="*/ 0 h 5839"/>
                <a:gd name="T6" fmla="*/ 1418 w 1419"/>
                <a:gd name="T7" fmla="*/ 1049 h 5839"/>
                <a:gd name="T8" fmla="*/ 1418 w 1419"/>
                <a:gd name="T9" fmla="*/ 5838 h 58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9" h="5839">
                  <a:moveTo>
                    <a:pt x="1418" y="5838"/>
                  </a:moveTo>
                  <a:lnTo>
                    <a:pt x="0" y="5838"/>
                  </a:lnTo>
                  <a:lnTo>
                    <a:pt x="0" y="0"/>
                  </a:lnTo>
                  <a:lnTo>
                    <a:pt x="1418" y="1049"/>
                  </a:lnTo>
                  <a:lnTo>
                    <a:pt x="1418" y="5838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" name="Freeform 5"/>
            <p:cNvSpPr>
              <a:spLocks noChangeArrowheads="1"/>
            </p:cNvSpPr>
            <p:nvPr/>
          </p:nvSpPr>
          <p:spPr bwMode="auto">
            <a:xfrm>
              <a:off x="3487738" y="2012950"/>
              <a:ext cx="1014412" cy="3448050"/>
            </a:xfrm>
            <a:custGeom>
              <a:avLst/>
              <a:gdLst>
                <a:gd name="T0" fmla="*/ 21 w 2817"/>
                <a:gd name="T1" fmla="*/ 9557 h 9578"/>
                <a:gd name="T2" fmla="*/ 0 w 2817"/>
                <a:gd name="T3" fmla="*/ 1171 h 9578"/>
                <a:gd name="T4" fmla="*/ 1274 w 2817"/>
                <a:gd name="T5" fmla="*/ 0 h 9578"/>
                <a:gd name="T6" fmla="*/ 2816 w 2817"/>
                <a:gd name="T7" fmla="*/ 986 h 9578"/>
                <a:gd name="T8" fmla="*/ 2816 w 2817"/>
                <a:gd name="T9" fmla="*/ 7748 h 9578"/>
                <a:gd name="T10" fmla="*/ 2590 w 2817"/>
                <a:gd name="T11" fmla="*/ 7933 h 9578"/>
                <a:gd name="T12" fmla="*/ 2569 w 2817"/>
                <a:gd name="T13" fmla="*/ 1171 h 9578"/>
                <a:gd name="T14" fmla="*/ 1378 w 2817"/>
                <a:gd name="T15" fmla="*/ 411 h 9578"/>
                <a:gd name="T16" fmla="*/ 1398 w 2817"/>
                <a:gd name="T17" fmla="*/ 9577 h 9578"/>
                <a:gd name="T18" fmla="*/ 21 w 2817"/>
                <a:gd name="T19" fmla="*/ 9557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7" h="9578">
                  <a:moveTo>
                    <a:pt x="21" y="9557"/>
                  </a:moveTo>
                  <a:lnTo>
                    <a:pt x="0" y="1171"/>
                  </a:lnTo>
                  <a:lnTo>
                    <a:pt x="1274" y="0"/>
                  </a:lnTo>
                  <a:lnTo>
                    <a:pt x="2816" y="986"/>
                  </a:lnTo>
                  <a:lnTo>
                    <a:pt x="2816" y="7748"/>
                  </a:lnTo>
                  <a:lnTo>
                    <a:pt x="2590" y="7933"/>
                  </a:lnTo>
                  <a:lnTo>
                    <a:pt x="2569" y="1171"/>
                  </a:lnTo>
                  <a:lnTo>
                    <a:pt x="1378" y="411"/>
                  </a:lnTo>
                  <a:lnTo>
                    <a:pt x="1398" y="9577"/>
                  </a:lnTo>
                  <a:lnTo>
                    <a:pt x="21" y="955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4" name="Freeform 6"/>
            <p:cNvSpPr>
              <a:spLocks noChangeArrowheads="1"/>
            </p:cNvSpPr>
            <p:nvPr/>
          </p:nvSpPr>
          <p:spPr bwMode="auto">
            <a:xfrm>
              <a:off x="3487738" y="2012950"/>
              <a:ext cx="503237" cy="3448050"/>
            </a:xfrm>
            <a:custGeom>
              <a:avLst/>
              <a:gdLst>
                <a:gd name="T0" fmla="*/ 1378 w 1399"/>
                <a:gd name="T1" fmla="*/ 411 h 9578"/>
                <a:gd name="T2" fmla="*/ 1398 w 1399"/>
                <a:gd name="T3" fmla="*/ 9577 h 9578"/>
                <a:gd name="T4" fmla="*/ 21 w 1399"/>
                <a:gd name="T5" fmla="*/ 9557 h 9578"/>
                <a:gd name="T6" fmla="*/ 0 w 1399"/>
                <a:gd name="T7" fmla="*/ 1171 h 9578"/>
                <a:gd name="T8" fmla="*/ 1274 w 1399"/>
                <a:gd name="T9" fmla="*/ 0 h 9578"/>
                <a:gd name="T10" fmla="*/ 1378 w 1399"/>
                <a:gd name="T11" fmla="*/ 411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99" h="9578">
                  <a:moveTo>
                    <a:pt x="1378" y="411"/>
                  </a:moveTo>
                  <a:lnTo>
                    <a:pt x="1398" y="9577"/>
                  </a:lnTo>
                  <a:lnTo>
                    <a:pt x="21" y="9557"/>
                  </a:lnTo>
                  <a:lnTo>
                    <a:pt x="0" y="1171"/>
                  </a:lnTo>
                  <a:lnTo>
                    <a:pt x="1274" y="0"/>
                  </a:lnTo>
                  <a:lnTo>
                    <a:pt x="1378" y="41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5" name="Freeform 7"/>
            <p:cNvSpPr>
              <a:spLocks noChangeArrowheads="1"/>
            </p:cNvSpPr>
            <p:nvPr/>
          </p:nvSpPr>
          <p:spPr bwMode="auto">
            <a:xfrm>
              <a:off x="3487738" y="2012950"/>
              <a:ext cx="503237" cy="3448050"/>
            </a:xfrm>
            <a:custGeom>
              <a:avLst/>
              <a:gdLst>
                <a:gd name="T0" fmla="*/ 1378 w 1399"/>
                <a:gd name="T1" fmla="*/ 411 h 9578"/>
                <a:gd name="T2" fmla="*/ 1398 w 1399"/>
                <a:gd name="T3" fmla="*/ 9577 h 9578"/>
                <a:gd name="T4" fmla="*/ 21 w 1399"/>
                <a:gd name="T5" fmla="*/ 9557 h 9578"/>
                <a:gd name="T6" fmla="*/ 0 w 1399"/>
                <a:gd name="T7" fmla="*/ 1171 h 9578"/>
                <a:gd name="T8" fmla="*/ 1274 w 1399"/>
                <a:gd name="T9" fmla="*/ 0 h 9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9" h="9578">
                  <a:moveTo>
                    <a:pt x="1378" y="411"/>
                  </a:moveTo>
                  <a:lnTo>
                    <a:pt x="1398" y="9577"/>
                  </a:lnTo>
                  <a:lnTo>
                    <a:pt x="21" y="9557"/>
                  </a:lnTo>
                  <a:lnTo>
                    <a:pt x="0" y="1171"/>
                  </a:lnTo>
                  <a:lnTo>
                    <a:pt x="1274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Freeform 8"/>
            <p:cNvSpPr>
              <a:spLocks noChangeArrowheads="1"/>
            </p:cNvSpPr>
            <p:nvPr/>
          </p:nvSpPr>
          <p:spPr bwMode="auto">
            <a:xfrm>
              <a:off x="4857750" y="2700338"/>
              <a:ext cx="1022350" cy="2782887"/>
            </a:xfrm>
            <a:custGeom>
              <a:avLst/>
              <a:gdLst>
                <a:gd name="T0" fmla="*/ 2816 w 2838"/>
                <a:gd name="T1" fmla="*/ 7666 h 7729"/>
                <a:gd name="T2" fmla="*/ 2837 w 2838"/>
                <a:gd name="T3" fmla="*/ 945 h 7729"/>
                <a:gd name="T4" fmla="*/ 1542 w 2838"/>
                <a:gd name="T5" fmla="*/ 0 h 7729"/>
                <a:gd name="T6" fmla="*/ 0 w 2838"/>
                <a:gd name="T7" fmla="*/ 802 h 7729"/>
                <a:gd name="T8" fmla="*/ 0 w 2838"/>
                <a:gd name="T9" fmla="*/ 5960 h 7729"/>
                <a:gd name="T10" fmla="*/ 246 w 2838"/>
                <a:gd name="T11" fmla="*/ 6104 h 7729"/>
                <a:gd name="T12" fmla="*/ 246 w 2838"/>
                <a:gd name="T13" fmla="*/ 945 h 7729"/>
                <a:gd name="T14" fmla="*/ 1439 w 2838"/>
                <a:gd name="T15" fmla="*/ 350 h 7729"/>
                <a:gd name="T16" fmla="*/ 1439 w 2838"/>
                <a:gd name="T17" fmla="*/ 7728 h 7729"/>
                <a:gd name="T18" fmla="*/ 2816 w 2838"/>
                <a:gd name="T19" fmla="*/ 7666 h 77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38" h="7729">
                  <a:moveTo>
                    <a:pt x="2816" y="7666"/>
                  </a:moveTo>
                  <a:lnTo>
                    <a:pt x="2837" y="945"/>
                  </a:lnTo>
                  <a:lnTo>
                    <a:pt x="1542" y="0"/>
                  </a:lnTo>
                  <a:lnTo>
                    <a:pt x="0" y="802"/>
                  </a:lnTo>
                  <a:lnTo>
                    <a:pt x="0" y="5960"/>
                  </a:lnTo>
                  <a:lnTo>
                    <a:pt x="246" y="6104"/>
                  </a:lnTo>
                  <a:lnTo>
                    <a:pt x="246" y="945"/>
                  </a:lnTo>
                  <a:lnTo>
                    <a:pt x="1439" y="350"/>
                  </a:lnTo>
                  <a:lnTo>
                    <a:pt x="1439" y="7728"/>
                  </a:lnTo>
                  <a:lnTo>
                    <a:pt x="2816" y="7666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" name="Freeform 9"/>
            <p:cNvSpPr>
              <a:spLocks noChangeArrowheads="1"/>
            </p:cNvSpPr>
            <p:nvPr/>
          </p:nvSpPr>
          <p:spPr bwMode="auto">
            <a:xfrm>
              <a:off x="4518025" y="576263"/>
              <a:ext cx="325438" cy="1295400"/>
            </a:xfrm>
            <a:custGeom>
              <a:avLst/>
              <a:gdLst>
                <a:gd name="T0" fmla="*/ 903 w 904"/>
                <a:gd name="T1" fmla="*/ 3597 h 3598"/>
                <a:gd name="T2" fmla="*/ 0 w 904"/>
                <a:gd name="T3" fmla="*/ 3597 h 3598"/>
                <a:gd name="T4" fmla="*/ 451 w 904"/>
                <a:gd name="T5" fmla="*/ 0 h 3598"/>
                <a:gd name="T6" fmla="*/ 451 w 904"/>
                <a:gd name="T7" fmla="*/ 0 h 3598"/>
                <a:gd name="T8" fmla="*/ 903 w 904"/>
                <a:gd name="T9" fmla="*/ 3597 h 3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4" h="3598">
                  <a:moveTo>
                    <a:pt x="903" y="3597"/>
                  </a:moveTo>
                  <a:lnTo>
                    <a:pt x="0" y="3597"/>
                  </a:lnTo>
                  <a:lnTo>
                    <a:pt x="451" y="0"/>
                  </a:lnTo>
                  <a:lnTo>
                    <a:pt x="451" y="0"/>
                  </a:lnTo>
                  <a:lnTo>
                    <a:pt x="903" y="3597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8" name="Freeform 10"/>
            <p:cNvSpPr>
              <a:spLocks noChangeArrowheads="1"/>
            </p:cNvSpPr>
            <p:nvPr/>
          </p:nvSpPr>
          <p:spPr bwMode="auto">
            <a:xfrm>
              <a:off x="4479925" y="1435100"/>
              <a:ext cx="414338" cy="784225"/>
            </a:xfrm>
            <a:custGeom>
              <a:avLst/>
              <a:gdLst>
                <a:gd name="T0" fmla="*/ 1150 w 1151"/>
                <a:gd name="T1" fmla="*/ 2179 h 2180"/>
                <a:gd name="T2" fmla="*/ 0 w 1151"/>
                <a:gd name="T3" fmla="*/ 2179 h 2180"/>
                <a:gd name="T4" fmla="*/ 0 w 1151"/>
                <a:gd name="T5" fmla="*/ 0 h 2180"/>
                <a:gd name="T6" fmla="*/ 1150 w 1151"/>
                <a:gd name="T7" fmla="*/ 0 h 2180"/>
                <a:gd name="T8" fmla="*/ 1150 w 1151"/>
                <a:gd name="T9" fmla="*/ 2179 h 2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1" h="2180">
                  <a:moveTo>
                    <a:pt x="1150" y="2179"/>
                  </a:moveTo>
                  <a:lnTo>
                    <a:pt x="0" y="2179"/>
                  </a:lnTo>
                  <a:lnTo>
                    <a:pt x="0" y="0"/>
                  </a:lnTo>
                  <a:lnTo>
                    <a:pt x="1150" y="0"/>
                  </a:lnTo>
                  <a:lnTo>
                    <a:pt x="1150" y="217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9" name="Freeform 11"/>
            <p:cNvSpPr>
              <a:spLocks noChangeArrowheads="1"/>
            </p:cNvSpPr>
            <p:nvPr/>
          </p:nvSpPr>
          <p:spPr bwMode="auto">
            <a:xfrm>
              <a:off x="4857750" y="2700338"/>
              <a:ext cx="555625" cy="2190750"/>
            </a:xfrm>
            <a:custGeom>
              <a:avLst/>
              <a:gdLst>
                <a:gd name="T0" fmla="*/ 1542 w 1543"/>
                <a:gd name="T1" fmla="*/ 0 h 6084"/>
                <a:gd name="T2" fmla="*/ 0 w 1543"/>
                <a:gd name="T3" fmla="*/ 781 h 6084"/>
                <a:gd name="T4" fmla="*/ 0 w 1543"/>
                <a:gd name="T5" fmla="*/ 5939 h 6084"/>
                <a:gd name="T6" fmla="*/ 246 w 1543"/>
                <a:gd name="T7" fmla="*/ 6083 h 6084"/>
                <a:gd name="T8" fmla="*/ 246 w 1543"/>
                <a:gd name="T9" fmla="*/ 925 h 6084"/>
                <a:gd name="T10" fmla="*/ 1439 w 1543"/>
                <a:gd name="T11" fmla="*/ 329 h 6084"/>
                <a:gd name="T12" fmla="*/ 1542 w 1543"/>
                <a:gd name="T13" fmla="*/ 0 h 6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43" h="6084">
                  <a:moveTo>
                    <a:pt x="1542" y="0"/>
                  </a:moveTo>
                  <a:lnTo>
                    <a:pt x="0" y="781"/>
                  </a:lnTo>
                  <a:lnTo>
                    <a:pt x="0" y="5939"/>
                  </a:lnTo>
                  <a:lnTo>
                    <a:pt x="246" y="6083"/>
                  </a:lnTo>
                  <a:lnTo>
                    <a:pt x="246" y="925"/>
                  </a:lnTo>
                  <a:lnTo>
                    <a:pt x="1439" y="329"/>
                  </a:lnTo>
                  <a:lnTo>
                    <a:pt x="1542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0" name="Freeform 12"/>
            <p:cNvSpPr>
              <a:spLocks noChangeArrowheads="1"/>
            </p:cNvSpPr>
            <p:nvPr/>
          </p:nvSpPr>
          <p:spPr bwMode="auto">
            <a:xfrm>
              <a:off x="4857750" y="2700338"/>
              <a:ext cx="555625" cy="2190750"/>
            </a:xfrm>
            <a:custGeom>
              <a:avLst/>
              <a:gdLst>
                <a:gd name="T0" fmla="*/ 1542 w 1543"/>
                <a:gd name="T1" fmla="*/ 0 h 6084"/>
                <a:gd name="T2" fmla="*/ 0 w 1543"/>
                <a:gd name="T3" fmla="*/ 781 h 6084"/>
                <a:gd name="T4" fmla="*/ 0 w 1543"/>
                <a:gd name="T5" fmla="*/ 5939 h 6084"/>
                <a:gd name="T6" fmla="*/ 246 w 1543"/>
                <a:gd name="T7" fmla="*/ 6083 h 6084"/>
                <a:gd name="T8" fmla="*/ 246 w 1543"/>
                <a:gd name="T9" fmla="*/ 925 h 6084"/>
                <a:gd name="T10" fmla="*/ 1439 w 1543"/>
                <a:gd name="T11" fmla="*/ 329 h 60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43" h="6084">
                  <a:moveTo>
                    <a:pt x="1542" y="0"/>
                  </a:moveTo>
                  <a:lnTo>
                    <a:pt x="0" y="781"/>
                  </a:lnTo>
                  <a:lnTo>
                    <a:pt x="0" y="5939"/>
                  </a:lnTo>
                  <a:lnTo>
                    <a:pt x="246" y="6083"/>
                  </a:lnTo>
                  <a:lnTo>
                    <a:pt x="246" y="925"/>
                  </a:lnTo>
                  <a:lnTo>
                    <a:pt x="1439" y="329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1" name="Freeform 13"/>
            <p:cNvSpPr>
              <a:spLocks noChangeArrowheads="1"/>
            </p:cNvSpPr>
            <p:nvPr/>
          </p:nvSpPr>
          <p:spPr bwMode="auto">
            <a:xfrm>
              <a:off x="4413250" y="1701800"/>
              <a:ext cx="533400" cy="3759200"/>
            </a:xfrm>
            <a:custGeom>
              <a:avLst/>
              <a:gdLst>
                <a:gd name="T0" fmla="*/ 1479 w 1480"/>
                <a:gd name="T1" fmla="*/ 10441 h 10442"/>
                <a:gd name="T2" fmla="*/ 679 w 1480"/>
                <a:gd name="T3" fmla="*/ 10441 h 10442"/>
                <a:gd name="T4" fmla="*/ 0 w 1480"/>
                <a:gd name="T5" fmla="*/ 10441 h 10442"/>
                <a:gd name="T6" fmla="*/ 0 w 1480"/>
                <a:gd name="T7" fmla="*/ 0 h 10442"/>
                <a:gd name="T8" fmla="*/ 1479 w 1480"/>
                <a:gd name="T9" fmla="*/ 0 h 10442"/>
                <a:gd name="T10" fmla="*/ 1479 w 1480"/>
                <a:gd name="T11" fmla="*/ 10441 h 10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0" h="10442">
                  <a:moveTo>
                    <a:pt x="1479" y="10441"/>
                  </a:moveTo>
                  <a:lnTo>
                    <a:pt x="679" y="10441"/>
                  </a:lnTo>
                  <a:lnTo>
                    <a:pt x="0" y="10441"/>
                  </a:lnTo>
                  <a:lnTo>
                    <a:pt x="0" y="0"/>
                  </a:lnTo>
                  <a:lnTo>
                    <a:pt x="1479" y="0"/>
                  </a:lnTo>
                  <a:lnTo>
                    <a:pt x="1479" y="1044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2" name="Freeform 14"/>
            <p:cNvSpPr>
              <a:spLocks noChangeArrowheads="1"/>
            </p:cNvSpPr>
            <p:nvPr/>
          </p:nvSpPr>
          <p:spPr bwMode="auto">
            <a:xfrm>
              <a:off x="4413250" y="1701800"/>
              <a:ext cx="533400" cy="3759200"/>
            </a:xfrm>
            <a:custGeom>
              <a:avLst/>
              <a:gdLst>
                <a:gd name="T0" fmla="*/ 1479 w 1480"/>
                <a:gd name="T1" fmla="*/ 10441 h 10442"/>
                <a:gd name="T2" fmla="*/ 679 w 1480"/>
                <a:gd name="T3" fmla="*/ 10441 h 10442"/>
                <a:gd name="T4" fmla="*/ 0 w 1480"/>
                <a:gd name="T5" fmla="*/ 10441 h 10442"/>
                <a:gd name="T6" fmla="*/ 0 w 1480"/>
                <a:gd name="T7" fmla="*/ 0 h 10442"/>
                <a:gd name="T8" fmla="*/ 1479 w 1480"/>
                <a:gd name="T9" fmla="*/ 0 h 10442"/>
                <a:gd name="T10" fmla="*/ 1479 w 1480"/>
                <a:gd name="T11" fmla="*/ 10441 h 10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80" h="10442">
                  <a:moveTo>
                    <a:pt x="1479" y="10441"/>
                  </a:moveTo>
                  <a:lnTo>
                    <a:pt x="679" y="10441"/>
                  </a:lnTo>
                  <a:lnTo>
                    <a:pt x="0" y="10441"/>
                  </a:lnTo>
                  <a:lnTo>
                    <a:pt x="0" y="0"/>
                  </a:lnTo>
                  <a:lnTo>
                    <a:pt x="1479" y="0"/>
                  </a:lnTo>
                  <a:lnTo>
                    <a:pt x="1479" y="10441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3" name="Freeform 15"/>
            <p:cNvSpPr>
              <a:spLocks noChangeArrowheads="1"/>
            </p:cNvSpPr>
            <p:nvPr/>
          </p:nvSpPr>
          <p:spPr bwMode="auto">
            <a:xfrm>
              <a:off x="4413250" y="576263"/>
              <a:ext cx="266700" cy="4883150"/>
            </a:xfrm>
            <a:custGeom>
              <a:avLst/>
              <a:gdLst>
                <a:gd name="T0" fmla="*/ 740 w 741"/>
                <a:gd name="T1" fmla="*/ 0 h 13566"/>
                <a:gd name="T2" fmla="*/ 740 w 741"/>
                <a:gd name="T3" fmla="*/ 0 h 13566"/>
                <a:gd name="T4" fmla="*/ 432 w 741"/>
                <a:gd name="T5" fmla="*/ 2384 h 13566"/>
                <a:gd name="T6" fmla="*/ 185 w 741"/>
                <a:gd name="T7" fmla="*/ 2384 h 13566"/>
                <a:gd name="T8" fmla="*/ 185 w 741"/>
                <a:gd name="T9" fmla="*/ 3124 h 13566"/>
                <a:gd name="T10" fmla="*/ 0 w 741"/>
                <a:gd name="T11" fmla="*/ 3124 h 13566"/>
                <a:gd name="T12" fmla="*/ 0 w 741"/>
                <a:gd name="T13" fmla="*/ 13565 h 13566"/>
                <a:gd name="T14" fmla="*/ 679 w 741"/>
                <a:gd name="T15" fmla="*/ 13565 h 13566"/>
                <a:gd name="T16" fmla="*/ 740 w 741"/>
                <a:gd name="T17" fmla="*/ 0 h 13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1" h="13566">
                  <a:moveTo>
                    <a:pt x="740" y="0"/>
                  </a:moveTo>
                  <a:lnTo>
                    <a:pt x="740" y="0"/>
                  </a:lnTo>
                  <a:lnTo>
                    <a:pt x="432" y="2384"/>
                  </a:lnTo>
                  <a:lnTo>
                    <a:pt x="185" y="2384"/>
                  </a:lnTo>
                  <a:lnTo>
                    <a:pt x="185" y="3124"/>
                  </a:lnTo>
                  <a:lnTo>
                    <a:pt x="0" y="3124"/>
                  </a:lnTo>
                  <a:lnTo>
                    <a:pt x="0" y="13565"/>
                  </a:lnTo>
                  <a:lnTo>
                    <a:pt x="679" y="13565"/>
                  </a:lnTo>
                  <a:lnTo>
                    <a:pt x="74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4" name="Freeform 16"/>
            <p:cNvSpPr>
              <a:spLocks noChangeArrowheads="1"/>
            </p:cNvSpPr>
            <p:nvPr/>
          </p:nvSpPr>
          <p:spPr bwMode="auto">
            <a:xfrm>
              <a:off x="4413250" y="576263"/>
              <a:ext cx="266700" cy="4883150"/>
            </a:xfrm>
            <a:custGeom>
              <a:avLst/>
              <a:gdLst>
                <a:gd name="T0" fmla="*/ 740 w 741"/>
                <a:gd name="T1" fmla="*/ 0 h 13566"/>
                <a:gd name="T2" fmla="*/ 740 w 741"/>
                <a:gd name="T3" fmla="*/ 0 h 13566"/>
                <a:gd name="T4" fmla="*/ 432 w 741"/>
                <a:gd name="T5" fmla="*/ 2384 h 13566"/>
                <a:gd name="T6" fmla="*/ 185 w 741"/>
                <a:gd name="T7" fmla="*/ 2384 h 13566"/>
                <a:gd name="T8" fmla="*/ 185 w 741"/>
                <a:gd name="T9" fmla="*/ 3124 h 13566"/>
                <a:gd name="T10" fmla="*/ 0 w 741"/>
                <a:gd name="T11" fmla="*/ 3124 h 13566"/>
                <a:gd name="T12" fmla="*/ 0 w 741"/>
                <a:gd name="T13" fmla="*/ 13565 h 13566"/>
                <a:gd name="T14" fmla="*/ 679 w 741"/>
                <a:gd name="T15" fmla="*/ 13565 h 13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41" h="13566">
                  <a:moveTo>
                    <a:pt x="740" y="0"/>
                  </a:moveTo>
                  <a:lnTo>
                    <a:pt x="740" y="0"/>
                  </a:lnTo>
                  <a:lnTo>
                    <a:pt x="432" y="2384"/>
                  </a:lnTo>
                  <a:lnTo>
                    <a:pt x="185" y="2384"/>
                  </a:lnTo>
                  <a:lnTo>
                    <a:pt x="185" y="3124"/>
                  </a:lnTo>
                  <a:lnTo>
                    <a:pt x="0" y="3124"/>
                  </a:lnTo>
                  <a:lnTo>
                    <a:pt x="0" y="13565"/>
                  </a:lnTo>
                  <a:lnTo>
                    <a:pt x="679" y="13565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" name="Freeform 17"/>
            <p:cNvSpPr>
              <a:spLocks noChangeArrowheads="1"/>
            </p:cNvSpPr>
            <p:nvPr/>
          </p:nvSpPr>
          <p:spPr bwMode="auto">
            <a:xfrm>
              <a:off x="4168775" y="2449513"/>
              <a:ext cx="44450" cy="3019425"/>
            </a:xfrm>
            <a:custGeom>
              <a:avLst/>
              <a:gdLst>
                <a:gd name="T0" fmla="*/ 0 w 124"/>
                <a:gd name="T1" fmla="*/ 0 h 8386"/>
                <a:gd name="T2" fmla="*/ 123 w 124"/>
                <a:gd name="T3" fmla="*/ 103 h 8386"/>
                <a:gd name="T4" fmla="*/ 123 w 124"/>
                <a:gd name="T5" fmla="*/ 8385 h 8386"/>
                <a:gd name="T6" fmla="*/ 0 w 124"/>
                <a:gd name="T7" fmla="*/ 8385 h 8386"/>
                <a:gd name="T8" fmla="*/ 0 w 124"/>
                <a:gd name="T9" fmla="*/ 0 h 83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8386">
                  <a:moveTo>
                    <a:pt x="0" y="0"/>
                  </a:moveTo>
                  <a:lnTo>
                    <a:pt x="123" y="103"/>
                  </a:lnTo>
                  <a:lnTo>
                    <a:pt x="123" y="8385"/>
                  </a:lnTo>
                  <a:lnTo>
                    <a:pt x="0" y="8385"/>
                  </a:ln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6" name="Freeform 18"/>
            <p:cNvSpPr>
              <a:spLocks noChangeArrowheads="1"/>
            </p:cNvSpPr>
            <p:nvPr/>
          </p:nvSpPr>
          <p:spPr bwMode="auto">
            <a:xfrm>
              <a:off x="5108575" y="3048000"/>
              <a:ext cx="44450" cy="2419350"/>
            </a:xfrm>
            <a:custGeom>
              <a:avLst/>
              <a:gdLst>
                <a:gd name="T0" fmla="*/ 123 w 124"/>
                <a:gd name="T1" fmla="*/ 0 h 6721"/>
                <a:gd name="T2" fmla="*/ 0 w 124"/>
                <a:gd name="T3" fmla="*/ 103 h 6721"/>
                <a:gd name="T4" fmla="*/ 0 w 124"/>
                <a:gd name="T5" fmla="*/ 6720 h 6721"/>
                <a:gd name="T6" fmla="*/ 123 w 124"/>
                <a:gd name="T7" fmla="*/ 6720 h 6721"/>
                <a:gd name="T8" fmla="*/ 123 w 124"/>
                <a:gd name="T9" fmla="*/ 0 h 6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4" h="6721">
                  <a:moveTo>
                    <a:pt x="123" y="0"/>
                  </a:moveTo>
                  <a:lnTo>
                    <a:pt x="0" y="103"/>
                  </a:lnTo>
                  <a:lnTo>
                    <a:pt x="0" y="6720"/>
                  </a:lnTo>
                  <a:lnTo>
                    <a:pt x="123" y="6720"/>
                  </a:lnTo>
                  <a:lnTo>
                    <a:pt x="123" y="0"/>
                  </a:ln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2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1184" y="6044672"/>
            <a:ext cx="733678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ctr">
              <a:defRPr sz="1000">
                <a:solidFill>
                  <a:schemeClr val="bg1"/>
                </a:solidFill>
                <a:latin typeface="Roboto Regular"/>
                <a:cs typeface="Roboto Regular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02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Pad 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2"/>
          <p:cNvSpPr>
            <a:spLocks noGrp="1" noChangeAspect="1"/>
          </p:cNvSpPr>
          <p:nvPr>
            <p:ph type="pic" sz="quarter" idx="14"/>
          </p:nvPr>
        </p:nvSpPr>
        <p:spPr>
          <a:xfrm>
            <a:off x="-1" y="-1"/>
            <a:ext cx="12193589" cy="337669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20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0420665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0564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/>
          <p:cNvCxnSpPr/>
          <p:nvPr userDrawn="1"/>
        </p:nvCxnSpPr>
        <p:spPr>
          <a:xfrm>
            <a:off x="2979451" y="6278034"/>
            <a:ext cx="7821735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29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Straight Connector 73"/>
          <p:cNvCxnSpPr/>
          <p:nvPr userDrawn="1"/>
        </p:nvCxnSpPr>
        <p:spPr>
          <a:xfrm>
            <a:off x="2979451" y="6278034"/>
            <a:ext cx="7821735" cy="0"/>
          </a:xfrm>
          <a:prstGeom prst="line">
            <a:avLst/>
          </a:prstGeom>
          <a:ln w="317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9"/>
          <p:cNvSpPr txBox="1"/>
          <p:nvPr userDrawn="1"/>
        </p:nvSpPr>
        <p:spPr>
          <a:xfrm>
            <a:off x="2920246" y="6069336"/>
            <a:ext cx="3765301" cy="230833"/>
          </a:xfrm>
          <a:prstGeom prst="rect">
            <a:avLst/>
          </a:prstGeom>
          <a:noFill/>
        </p:spPr>
        <p:txBody>
          <a:bodyPr wrap="square" lIns="45720" tIns="22860" rIns="45720" bIns="22860" rtlCol="0">
            <a:spAutoFit/>
          </a:bodyPr>
          <a:lstStyle/>
          <a:p>
            <a:r>
              <a:rPr lang="en-US" sz="1200" dirty="0">
                <a:solidFill>
                  <a:schemeClr val="tx1"/>
                </a:solidFill>
                <a:latin typeface="Roboto Black"/>
                <a:cs typeface="Roboto Black"/>
              </a:rPr>
              <a:t>Publications</a:t>
            </a:r>
          </a:p>
        </p:txBody>
      </p:sp>
      <p:pic>
        <p:nvPicPr>
          <p:cNvPr id="4" name="Picture 2" descr="Vollbild anzeigen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490" y="6117050"/>
            <a:ext cx="621646" cy="330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640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80" y="274639"/>
            <a:ext cx="10974229" cy="1143000"/>
          </a:xfrm>
          <a:prstGeom prst="rect">
            <a:avLst/>
          </a:prstGeom>
        </p:spPr>
        <p:txBody>
          <a:bodyPr vert="horz" lIns="243852" tIns="121926" rIns="243852" bIns="12192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80" y="1600202"/>
            <a:ext cx="10974229" cy="4525963"/>
          </a:xfrm>
          <a:prstGeom prst="rect">
            <a:avLst/>
          </a:prstGeom>
        </p:spPr>
        <p:txBody>
          <a:bodyPr vert="horz" lIns="243852" tIns="121926" rIns="243852" bIns="12192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8738" y="6356351"/>
            <a:ext cx="2845171" cy="365126"/>
          </a:xfrm>
          <a:prstGeom prst="rect">
            <a:avLst/>
          </a:prstGeom>
        </p:spPr>
        <p:txBody>
          <a:bodyPr vert="horz" lIns="243852" tIns="121926" rIns="243852" bIns="12192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Roboto Light"/>
                <a:cs typeface="Roboto Light"/>
              </a:defRPr>
            </a:lvl1pPr>
          </a:lstStyle>
          <a:p>
            <a:fld id="{010B77E7-8D76-A248-9E9F-68FC055C9F4B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BBBEE6F-D3FE-4D64-ADAF-05B30E1A0E1E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380453" y="491478"/>
            <a:ext cx="952710" cy="648476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0378329" y="491478"/>
            <a:ext cx="954834" cy="649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709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753" r:id="rId3"/>
    <p:sldLayoutId id="2147483749" r:id="rId4"/>
    <p:sldLayoutId id="2147483664" r:id="rId5"/>
    <p:sldLayoutId id="2147483666" r:id="rId6"/>
    <p:sldLayoutId id="2147483650" r:id="rId7"/>
    <p:sldLayoutId id="2147483661" r:id="rId8"/>
    <p:sldLayoutId id="2147483716" r:id="rId9"/>
    <p:sldLayoutId id="2147483717" r:id="rId10"/>
    <p:sldLayoutId id="2147483719" r:id="rId11"/>
    <p:sldLayoutId id="2147483729" r:id="rId12"/>
    <p:sldLayoutId id="2147483751" r:id="rId13"/>
    <p:sldLayoutId id="2147483752" r:id="rId14"/>
    <p:sldLayoutId id="2147483754" r:id="rId15"/>
    <p:sldLayoutId id="2147483755" r:id="rId16"/>
  </p:sldLayoutIdLst>
  <mc:AlternateContent xmlns:mc="http://schemas.openxmlformats.org/markup-compatibility/2006" xmlns:p14="http://schemas.microsoft.com/office/powerpoint/2010/main">
    <mc:Choice Requires="p14">
      <p:transition spd="med" p14:dur="700" advClick="0" advTm="2000">
        <p:fade/>
      </p:transition>
    </mc:Choice>
    <mc:Fallback xmlns="">
      <p:transition xmlns:p14="http://schemas.microsoft.com/office/powerpoint/2010/main" spd="med" advClick="0" advTm="2000">
        <p:fade/>
      </p:transition>
    </mc:Fallback>
  </mc:AlternateContent>
  <p:hf hdr="0" ftr="0" dt="0"/>
  <p:txStyles>
    <p:titleStyle>
      <a:lvl1pPr algn="ctr" defTabSz="60957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Roboto Light"/>
          <a:ea typeface="+mj-ea"/>
          <a:cs typeface="Roboto Light"/>
        </a:defRPr>
      </a:lvl1pPr>
    </p:titleStyle>
    <p:bodyStyle>
      <a:lvl1pPr marL="0" indent="0" algn="l" defTabSz="609570" rtl="0" eaLnBrk="1" latinLnBrk="0" hangingPunct="1">
        <a:spcBef>
          <a:spcPct val="20000"/>
        </a:spcBef>
        <a:buFont typeface="Arial"/>
        <a:buNone/>
        <a:defRPr sz="2000" kern="1200">
          <a:solidFill>
            <a:schemeClr val="tx1"/>
          </a:solidFill>
          <a:latin typeface="Roboto Light"/>
          <a:ea typeface="+mn-ea"/>
          <a:cs typeface="Roboto Light"/>
        </a:defRPr>
      </a:lvl1pPr>
      <a:lvl2pPr marL="609570" indent="0" algn="l" defTabSz="609570" rtl="0" eaLnBrk="1" latinLnBrk="0" hangingPunct="1">
        <a:spcBef>
          <a:spcPct val="20000"/>
        </a:spcBef>
        <a:buFont typeface="Arial"/>
        <a:buNone/>
        <a:defRPr sz="1800" kern="1200">
          <a:solidFill>
            <a:schemeClr val="tx1"/>
          </a:solidFill>
          <a:latin typeface="Roboto Light"/>
          <a:ea typeface="+mn-ea"/>
          <a:cs typeface="Roboto Light"/>
        </a:defRPr>
      </a:lvl2pPr>
      <a:lvl3pPr marL="1219139" indent="0" algn="l" defTabSz="609570" rtl="0" eaLnBrk="1" latinLnBrk="0" hangingPunct="1">
        <a:spcBef>
          <a:spcPct val="20000"/>
        </a:spcBef>
        <a:buFont typeface="Arial"/>
        <a:buNone/>
        <a:defRPr sz="1400" kern="1200">
          <a:solidFill>
            <a:schemeClr val="tx1"/>
          </a:solidFill>
          <a:latin typeface="Roboto Light"/>
          <a:ea typeface="+mn-ea"/>
          <a:cs typeface="Roboto Light"/>
        </a:defRPr>
      </a:lvl3pPr>
      <a:lvl4pPr marL="1828709" indent="0" algn="l" defTabSz="609570" rtl="0" eaLnBrk="1" latinLnBrk="0" hangingPunct="1">
        <a:spcBef>
          <a:spcPct val="20000"/>
        </a:spcBef>
        <a:buFont typeface="Arial"/>
        <a:buNone/>
        <a:defRPr sz="1000" kern="1200">
          <a:solidFill>
            <a:schemeClr val="tx1"/>
          </a:solidFill>
          <a:latin typeface="Roboto Light"/>
          <a:ea typeface="+mn-ea"/>
          <a:cs typeface="Roboto Light"/>
        </a:defRPr>
      </a:lvl4pPr>
      <a:lvl5pPr marL="2438278" indent="0" algn="l" defTabSz="609570" rtl="0" eaLnBrk="1" latinLnBrk="0" hangingPunct="1">
        <a:spcBef>
          <a:spcPct val="20000"/>
        </a:spcBef>
        <a:buFont typeface="Arial"/>
        <a:buNone/>
        <a:defRPr sz="1000" kern="1200">
          <a:solidFill>
            <a:schemeClr val="tx1"/>
          </a:solidFill>
          <a:latin typeface="Roboto Light"/>
          <a:ea typeface="+mn-ea"/>
          <a:cs typeface="Roboto Light"/>
        </a:defRPr>
      </a:lvl5pPr>
      <a:lvl6pPr marL="3352632" indent="-304785" algn="l" defTabSz="609570" rtl="0" eaLnBrk="1" latinLnBrk="0" hangingPunct="1">
        <a:spcBef>
          <a:spcPct val="20000"/>
        </a:spcBef>
        <a:buFont typeface="Arial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5" algn="l" defTabSz="609570" rtl="0" eaLnBrk="1" latinLnBrk="0" hangingPunct="1">
        <a:spcBef>
          <a:spcPct val="20000"/>
        </a:spcBef>
        <a:buFont typeface="Arial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5" algn="l" defTabSz="609570" rtl="0" eaLnBrk="1" latinLnBrk="0" hangingPunct="1">
        <a:spcBef>
          <a:spcPct val="20000"/>
        </a:spcBef>
        <a:buFont typeface="Arial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5" algn="l" defTabSz="609570" rtl="0" eaLnBrk="1" latinLnBrk="0" hangingPunct="1">
        <a:spcBef>
          <a:spcPct val="20000"/>
        </a:spcBef>
        <a:buFont typeface="Arial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feld 31"/>
          <p:cNvSpPr txBox="1"/>
          <p:nvPr/>
        </p:nvSpPr>
        <p:spPr>
          <a:xfrm>
            <a:off x="839789" y="516944"/>
            <a:ext cx="5256212" cy="3585591"/>
          </a:xfrm>
          <a:prstGeom prst="rect">
            <a:avLst/>
          </a:prstGeom>
          <a:noFill/>
        </p:spPr>
        <p:txBody>
          <a:bodyPr wrap="square" lIns="45714" tIns="22857" rIns="45714" bIns="22857" rtlCol="0">
            <a:spAutoFit/>
          </a:bodyPr>
          <a:lstStyle/>
          <a:p>
            <a:pPr defTabSz="304785">
              <a:lnSpc>
                <a:spcPct val="150000"/>
              </a:lnSpc>
            </a:pPr>
            <a:r>
              <a:rPr lang="de-DE" sz="2000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Name</a:t>
            </a:r>
          </a:p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Black" pitchFamily="2" charset="0"/>
              <a:cs typeface="Arial" panose="020B0604020202020204" pitchFamily="34" charset="0"/>
            </a:endParaRPr>
          </a:p>
          <a:p>
            <a:pPr defTabSz="304785">
              <a:lnSpc>
                <a:spcPct val="150000"/>
              </a:lnSpc>
            </a:pPr>
            <a:r>
              <a:rPr lang="de-DE" sz="2000" b="1" u="sng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Abgleich Ziele letzte Woche:</a:t>
            </a:r>
          </a:p>
          <a:p>
            <a:pPr marL="342900" indent="-342900" defTabSz="30478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...</a:t>
            </a:r>
          </a:p>
          <a:p>
            <a:pPr defTabSz="304785">
              <a:lnSpc>
                <a:spcPct val="150000"/>
              </a:lnSpc>
            </a:pPr>
            <a:r>
              <a:rPr lang="de-DE" sz="2000" b="1" u="sng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Sonstiges / Bericht:</a:t>
            </a:r>
          </a:p>
          <a:p>
            <a:pPr marL="342900" indent="-342900" defTabSz="30478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...</a:t>
            </a:r>
          </a:p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Light" pitchFamily="2" charset="0"/>
              <a:cs typeface="Arial" panose="020B0604020202020204" pitchFamily="34" charset="0"/>
            </a:endParaRPr>
          </a:p>
          <a:p>
            <a:pPr defTabSz="304785"/>
            <a:endParaRPr lang="de-DE" sz="2000" dirty="0">
              <a:latin typeface="Arial" panose="020B0604020202020204" pitchFamily="34" charset="0"/>
              <a:ea typeface="Roboto Light" pitchFamily="2" charset="0"/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040BA489-3209-4A4C-85F7-C004ECC336E2}"/>
              </a:ext>
            </a:extLst>
          </p:cNvPr>
          <p:cNvSpPr txBox="1"/>
          <p:nvPr/>
        </p:nvSpPr>
        <p:spPr>
          <a:xfrm>
            <a:off x="6097588" y="535128"/>
            <a:ext cx="5256212" cy="3123926"/>
          </a:xfrm>
          <a:prstGeom prst="rect">
            <a:avLst/>
          </a:prstGeom>
          <a:noFill/>
        </p:spPr>
        <p:txBody>
          <a:bodyPr wrap="square" lIns="45714" tIns="22857" rIns="45714" bIns="22857" rtlCol="0">
            <a:spAutoFit/>
          </a:bodyPr>
          <a:lstStyle/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Black" pitchFamily="2" charset="0"/>
              <a:cs typeface="Arial" panose="020B0604020202020204" pitchFamily="34" charset="0"/>
            </a:endParaRPr>
          </a:p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Black" pitchFamily="2" charset="0"/>
              <a:cs typeface="Arial" panose="020B0604020202020204" pitchFamily="34" charset="0"/>
            </a:endParaRPr>
          </a:p>
          <a:p>
            <a:pPr defTabSz="304785">
              <a:lnSpc>
                <a:spcPct val="150000"/>
              </a:lnSpc>
            </a:pPr>
            <a:r>
              <a:rPr lang="de-DE" sz="2000" b="1" u="sng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Ziele bis nächste Woche:</a:t>
            </a:r>
          </a:p>
          <a:p>
            <a:pPr marL="342900" indent="-342900" defTabSz="30478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2000" dirty="0">
                <a:latin typeface="Arial" panose="020B0604020202020204" pitchFamily="34" charset="0"/>
                <a:ea typeface="Roboto Black" pitchFamily="2" charset="0"/>
                <a:cs typeface="Arial" panose="020B0604020202020204" pitchFamily="34" charset="0"/>
              </a:rPr>
              <a:t>...</a:t>
            </a:r>
          </a:p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Black" pitchFamily="2" charset="0"/>
              <a:cs typeface="Arial" panose="020B0604020202020204" pitchFamily="34" charset="0"/>
            </a:endParaRPr>
          </a:p>
          <a:p>
            <a:pPr defTabSz="304785">
              <a:lnSpc>
                <a:spcPct val="150000"/>
              </a:lnSpc>
            </a:pPr>
            <a:endParaRPr lang="de-DE" sz="2000" dirty="0">
              <a:latin typeface="Arial" panose="020B0604020202020204" pitchFamily="34" charset="0"/>
              <a:ea typeface="Roboto Light" pitchFamily="2" charset="0"/>
              <a:cs typeface="Arial" panose="020B0604020202020204" pitchFamily="34" charset="0"/>
            </a:endParaRPr>
          </a:p>
          <a:p>
            <a:pPr defTabSz="304785"/>
            <a:endParaRPr lang="de-DE" sz="2000" dirty="0">
              <a:latin typeface="Arial" panose="020B0604020202020204" pitchFamily="34" charset="0"/>
              <a:ea typeface="Roboto Light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71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ECAB160-592E-4E82-9FB0-DB7CFCED5EE7}"/>
              </a:ext>
            </a:extLst>
          </p:cNvPr>
          <p:cNvSpPr txBox="1"/>
          <p:nvPr/>
        </p:nvSpPr>
        <p:spPr>
          <a:xfrm>
            <a:off x="4688011" y="2863273"/>
            <a:ext cx="2817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Bitte Bilder einfügen.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3792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enutzerdefiniert 7">
      <a:dk1>
        <a:srgbClr val="000000"/>
      </a:dk1>
      <a:lt1>
        <a:sysClr val="window" lastClr="FFFFFF"/>
      </a:lt1>
      <a:dk2>
        <a:srgbClr val="007DC3"/>
      </a:dk2>
      <a:lt2>
        <a:srgbClr val="FFFFFF"/>
      </a:lt2>
      <a:accent1>
        <a:srgbClr val="007DC3"/>
      </a:accent1>
      <a:accent2>
        <a:srgbClr val="FDB729"/>
      </a:accent2>
      <a:accent3>
        <a:srgbClr val="ED7E2F"/>
      </a:accent3>
      <a:accent4>
        <a:srgbClr val="6FAD47"/>
      </a:accent4>
      <a:accent5>
        <a:srgbClr val="445469"/>
      </a:accent5>
      <a:accent6>
        <a:srgbClr val="6D6F6B"/>
      </a:accent6>
      <a:hlink>
        <a:srgbClr val="1E9272"/>
      </a:hlink>
      <a:folHlink>
        <a:srgbClr val="AC262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BAAAA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Benutzerdefiniert</PresentationFormat>
  <Paragraphs>13</Paragraphs>
  <Slides>2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8" baseType="lpstr">
      <vt:lpstr>Arial</vt:lpstr>
      <vt:lpstr>Calibri</vt:lpstr>
      <vt:lpstr>Roboto Black</vt:lpstr>
      <vt:lpstr>Roboto Light</vt:lpstr>
      <vt:lpstr>Roboto Regular</vt:lpstr>
      <vt:lpstr>Office Theme</vt:lpstr>
      <vt:lpstr>PowerPoint-Präsentation</vt:lpstr>
      <vt:lpstr>PowerPoint-Präsentation</vt:lpstr>
    </vt:vector>
  </TitlesOfParts>
  <Company>Louis Twelve 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Louis Twelve</dc:creator>
  <cp:lastModifiedBy>franz-lokal</cp:lastModifiedBy>
  <cp:revision>641</cp:revision>
  <dcterms:created xsi:type="dcterms:W3CDTF">2015-02-19T08:45:44Z</dcterms:created>
  <dcterms:modified xsi:type="dcterms:W3CDTF">2018-10-18T10:20:45Z</dcterms:modified>
</cp:coreProperties>
</file>